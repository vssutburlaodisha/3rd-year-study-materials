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0" r:id="rId2"/>
    <p:sldId id="274" r:id="rId3"/>
    <p:sldId id="263" r:id="rId4"/>
    <p:sldId id="259" r:id="rId5"/>
    <p:sldId id="266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9/25/2020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9/25/2020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 smtClean="0">
              <a:latin typeface="Bernard MT Condensed" pitchFamily="18" charset="0"/>
            </a:endParaRPr>
          </a:p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8085 Microprocessor</a:t>
            </a:r>
            <a:endParaRPr lang="en-US" sz="6000" dirty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8085 Microprocessor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 eaLnBrk="0" hangingPunct="0">
              <a:buFont typeface="Wingdings" pitchFamily="2" charset="2"/>
              <a:buChar char="q"/>
            </a:pPr>
            <a:r>
              <a:rPr lang="en-US" dirty="0" smtClean="0">
                <a:latin typeface="Cambria" pitchFamily="18" charset="0"/>
                <a:cs typeface="Times New Roman" pitchFamily="18" charset="0"/>
              </a:rPr>
              <a:t>It is an 8-bit microprocessor designed by Intel in 1977 using NMOS(</a:t>
            </a:r>
            <a:r>
              <a:rPr lang="en-US" dirty="0" smtClean="0"/>
              <a:t>N-channel metal-oxide semiconductor)</a:t>
            </a:r>
            <a:r>
              <a:rPr lang="en-US" dirty="0" smtClean="0">
                <a:latin typeface="Cambria" pitchFamily="18" charset="0"/>
                <a:cs typeface="Times New Roman" pitchFamily="18" charset="0"/>
              </a:rPr>
              <a:t> technology.</a:t>
            </a:r>
          </a:p>
          <a:p>
            <a:pPr algn="just" eaLnBrk="0" hangingPunct="0"/>
            <a:endParaRPr lang="en-US" dirty="0" smtClean="0">
              <a:latin typeface="Cambria" pitchFamily="18" charset="0"/>
            </a:endParaRPr>
          </a:p>
          <a:p>
            <a:pPr algn="just" eaLnBrk="0" hangingPunct="0">
              <a:buFont typeface="Wingdings" pitchFamily="2" charset="2"/>
              <a:buChar char="q"/>
            </a:pPr>
            <a:r>
              <a:rPr lang="en-US" b="1" dirty="0" smtClean="0">
                <a:latin typeface="Cambria" pitchFamily="18" charset="0"/>
                <a:cs typeface="Times New Roman" pitchFamily="18" charset="0"/>
              </a:rPr>
              <a:t>configuration −</a:t>
            </a:r>
            <a:endParaRPr lang="en-US" b="1" dirty="0" smtClean="0">
              <a:latin typeface="Cambria" pitchFamily="18" charset="0"/>
            </a:endParaRP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8-bit data bus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16-bit address bus, </a:t>
            </a:r>
            <a:r>
              <a:rPr lang="en-US" dirty="0" smtClean="0"/>
              <a:t>thus it can address 2</a:t>
            </a:r>
            <a:r>
              <a:rPr lang="en-US" baseline="30000" dirty="0" smtClean="0"/>
              <a:t>16</a:t>
            </a:r>
            <a:r>
              <a:rPr lang="en-US" dirty="0" smtClean="0"/>
              <a:t> = 64 KB of memory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 16-bit program counter.</a:t>
            </a: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 16-bit stack pointer</a:t>
            </a: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Six 8-bit registers arranged in pairs: BC, DE, HL</a:t>
            </a:r>
          </a:p>
          <a:p>
            <a:pPr algn="just" eaLnBrk="0" hangingPunct="0">
              <a:spcAft>
                <a:spcPts val="400"/>
              </a:spcAft>
              <a:buFont typeface="Wingdings" pitchFamily="2" charset="2"/>
              <a:buChar char="ü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Requires +5V supply to operate 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It can operate with 3 MHz clock</a:t>
            </a:r>
          </a:p>
          <a:p>
            <a:pPr algn="just" eaLnBrk="0" hangingPunct="0">
              <a:buNone/>
            </a:pPr>
            <a:endParaRPr lang="en-US" dirty="0" smtClean="0">
              <a:latin typeface="Cambria" pitchFamily="18" charset="0"/>
              <a:cs typeface="Times New Roman" pitchFamily="18" charset="0"/>
            </a:endParaRPr>
          </a:p>
          <a:p>
            <a:pPr algn="just" eaLnBrk="0" hangingPunct="0"/>
            <a:r>
              <a:rPr lang="en-US" dirty="0" smtClean="0">
                <a:latin typeface="Cambria" pitchFamily="18" charset="0"/>
                <a:cs typeface="Times New Roman" pitchFamily="18" charset="0"/>
              </a:rPr>
              <a:t>It is used in washing machines, mobile phones, etc.</a:t>
            </a:r>
            <a:endParaRPr lang="en-US" dirty="0" smtClean="0">
              <a:latin typeface="Cambria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498080" cy="1143000"/>
          </a:xfrm>
        </p:spPr>
        <p:txBody>
          <a:bodyPr/>
          <a:lstStyle/>
          <a:p>
            <a:r>
              <a:rPr lang="en-US" dirty="0" smtClean="0"/>
              <a:t>8085 Architecture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14422"/>
            <a:ext cx="8143900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14290"/>
            <a:ext cx="8001024" cy="664371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Arithmetic and Logic Unit</a:t>
            </a:r>
          </a:p>
          <a:p>
            <a:pPr>
              <a:buFontTx/>
              <a:buChar char="-"/>
            </a:pPr>
            <a:r>
              <a:rPr lang="en-US" sz="2000" dirty="0" smtClean="0"/>
              <a:t>performs the actual numerical and logical operations such as Addition (ADD), Subtraction (SUB), AND, OR etc.</a:t>
            </a:r>
          </a:p>
          <a:p>
            <a:pPr>
              <a:buFontTx/>
              <a:buChar char="-"/>
            </a:pPr>
            <a:r>
              <a:rPr lang="en-US" sz="2000" dirty="0" smtClean="0"/>
              <a:t>It uses data from memory and from Accumulator to perform operations.</a:t>
            </a:r>
          </a:p>
          <a:p>
            <a:pPr>
              <a:buFontTx/>
              <a:buChar char="-"/>
            </a:pPr>
            <a:r>
              <a:rPr lang="en-US" sz="2000" dirty="0" smtClean="0"/>
              <a:t>The results of the arithmetic and logical operations are stored in the accumulator</a:t>
            </a:r>
          </a:p>
          <a:p>
            <a:pPr>
              <a:buFontTx/>
              <a:buChar char="-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Registers</a:t>
            </a:r>
          </a:p>
          <a:p>
            <a:pPr algn="just" eaLnBrk="0" hangingPunc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-It includes: </a:t>
            </a:r>
          </a:p>
          <a:p>
            <a:pPr algn="just" eaLnBrk="0" hangingPunc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0" hangingPunct="0">
              <a:buFont typeface="Wingdings" pitchFamily="2" charset="2"/>
              <a:buChar char="ü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Six 8-bit Registers(General Purpose Registers)</a:t>
            </a:r>
          </a:p>
          <a:p>
            <a:pPr lvl="2" algn="just" eaLnBrk="0" hangingPunct="0"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One 8-bit Accumulator(A)</a:t>
            </a:r>
          </a:p>
          <a:p>
            <a:pPr lvl="2" algn="just" eaLnBrk="0" hangingPunct="0"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One Flag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Register(8 bit)</a:t>
            </a:r>
          </a:p>
          <a:p>
            <a:pPr lvl="2" algn="just" eaLnBrk="0" hangingPunct="0">
              <a:buFont typeface="Wingdings" pitchFamily="2" charset="2"/>
              <a:buChar char="ü"/>
            </a:pPr>
            <a:r>
              <a:rPr lang="en-US" dirty="0" smtClean="0"/>
              <a:t>two 16-bit registers(PC)</a:t>
            </a:r>
          </a:p>
          <a:p>
            <a:pPr lvl="2" algn="just" eaLnBrk="0" hangingPunct="0">
              <a:buFont typeface="Wingdings" pitchFamily="2" charset="2"/>
              <a:buChar char="ü"/>
            </a:pPr>
            <a:r>
              <a:rPr lang="en-US" dirty="0" smtClean="0"/>
              <a:t>stack pointer(SP)</a:t>
            </a:r>
          </a:p>
          <a:p>
            <a:pPr lvl="2" algn="just" eaLnBrk="0" hangingPunct="0"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85728"/>
            <a:ext cx="6500858" cy="300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571868" y="3429000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Register Organization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0100" y="3857628"/>
            <a:ext cx="757242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General Purpose Registers</a:t>
            </a:r>
          </a:p>
          <a:p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Six general-purpose 8-bit registers ,identified as B, C, D, E, H and L.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hey can be combined as register pairs - BC, DE and HL to perform some 16-bit operations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24" y="0"/>
            <a:ext cx="8286776" cy="6858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u="sng" dirty="0" smtClean="0"/>
              <a:t>Accumulator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accumulator(A)  is an 8-bit register that is a part of ALU.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It is connected to internal data bus.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Register   A is used to store  8-bit data and the result performed by ALU.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u="sng" dirty="0" smtClean="0"/>
              <a:t>Flag register </a:t>
            </a:r>
          </a:p>
          <a:p>
            <a:pPr lvl="8"/>
            <a:endParaRPr lang="en-US" dirty="0" smtClean="0"/>
          </a:p>
          <a:p>
            <a:endParaRPr lang="en-US" dirty="0" smtClean="0"/>
          </a:p>
          <a:p>
            <a:endParaRPr lang="en-US" sz="2000" dirty="0" smtClean="0"/>
          </a:p>
          <a:p>
            <a:r>
              <a:rPr lang="en-US" sz="2000" dirty="0" smtClean="0"/>
              <a:t>S-</a:t>
            </a:r>
            <a:r>
              <a:rPr lang="en-US" sz="2000" dirty="0" err="1" smtClean="0"/>
              <a:t>Sign,Z</a:t>
            </a:r>
            <a:r>
              <a:rPr lang="en-US" sz="2000" dirty="0" smtClean="0"/>
              <a:t>-</a:t>
            </a:r>
            <a:r>
              <a:rPr lang="en-US" sz="2000" dirty="0" err="1" smtClean="0"/>
              <a:t>zero,AC</a:t>
            </a:r>
            <a:r>
              <a:rPr lang="en-US" sz="2000" dirty="0" smtClean="0"/>
              <a:t>-Auxiliary Carry, P-Parity, CY-Carry</a:t>
            </a:r>
          </a:p>
          <a:p>
            <a:r>
              <a:rPr lang="en-US" sz="2000" dirty="0" smtClean="0"/>
              <a:t>This register is the part of ALU.</a:t>
            </a:r>
          </a:p>
          <a:p>
            <a:r>
              <a:rPr lang="en-US" sz="2000" dirty="0" smtClean="0"/>
              <a:t>It includes 5 flip flops which are set or reset after an operation according to data condition of the result in the accumulator and other registers. </a:t>
            </a:r>
          </a:p>
          <a:p>
            <a:r>
              <a:rPr lang="en-US" sz="2000" dirty="0" smtClean="0"/>
              <a:t>Example( after an addition of two numbers)</a:t>
            </a:r>
          </a:p>
          <a:p>
            <a:pPr>
              <a:buNone/>
            </a:pPr>
            <a:r>
              <a:rPr lang="en-US" sz="2000" dirty="0" smtClean="0"/>
              <a:t>CY=1if the result in the accumulator is larger than 8-bit</a:t>
            </a:r>
          </a:p>
          <a:p>
            <a:pPr>
              <a:buNone/>
            </a:pPr>
            <a:r>
              <a:rPr lang="en-US" sz="2000" dirty="0" smtClean="0"/>
              <a:t>Z=1, when an arithmetic operation results in zero</a:t>
            </a:r>
          </a:p>
          <a:p>
            <a:pPr>
              <a:buNone/>
            </a:pPr>
            <a:r>
              <a:rPr lang="en-US" sz="2000" dirty="0" smtClean="0"/>
              <a:t>S=1, if the number is negative  and a positive number has a 0 in 2’s complement representation. </a:t>
            </a:r>
          </a:p>
          <a:p>
            <a:pPr>
              <a:buNone/>
            </a:pPr>
            <a:r>
              <a:rPr lang="en-US" sz="2000" dirty="0" smtClean="0"/>
              <a:t> AC=1, when a carry result from bit D3 and passes to bit D4. </a:t>
            </a:r>
          </a:p>
          <a:p>
            <a:pPr>
              <a:buNone/>
            </a:pPr>
            <a:r>
              <a:rPr lang="en-US" sz="2000" dirty="0" smtClean="0"/>
              <a:t> P=1, when the result in accumulator contains even number of 1s.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071678"/>
            <a:ext cx="7286676" cy="928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8072462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 smtClean="0"/>
              <a:t>Program Counter (PC)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16 bit register .</a:t>
            </a:r>
          </a:p>
          <a:p>
            <a:r>
              <a:rPr lang="en-US" sz="2000" dirty="0" smtClean="0"/>
              <a:t>The microprocessor uses this register to sequence the execution of the instructions. </a:t>
            </a:r>
          </a:p>
          <a:p>
            <a:r>
              <a:rPr lang="en-US" sz="2000" dirty="0" smtClean="0"/>
              <a:t>PC is to point to the memory address from which the next byte is to be fetched </a:t>
            </a:r>
          </a:p>
          <a:p>
            <a:r>
              <a:rPr lang="en-US" sz="2000" dirty="0" smtClean="0"/>
              <a:t>When a byte is being fetched, the PC is automatically incremented by one to point to the next memory location.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u="sng" dirty="0" smtClean="0"/>
              <a:t>Stack Pointer (SP) </a:t>
            </a:r>
          </a:p>
          <a:p>
            <a:r>
              <a:rPr lang="en-US" sz="2000" dirty="0" smtClean="0"/>
              <a:t>It is a 16-bit register, used as a memory pointer. </a:t>
            </a:r>
          </a:p>
          <a:p>
            <a:r>
              <a:rPr lang="en-US" sz="2000" dirty="0" smtClean="0"/>
              <a:t>It is a portion of RAM.</a:t>
            </a:r>
          </a:p>
          <a:p>
            <a:r>
              <a:rPr lang="en-US" sz="2000" dirty="0" smtClean="0"/>
              <a:t>It maintains the address of last byte entered into the stack. </a:t>
            </a:r>
          </a:p>
          <a:p>
            <a:r>
              <a:rPr lang="en-US" sz="2000" dirty="0" smtClean="0"/>
              <a:t>The stack pointer incremented each time when data is loaded into the stack and decremented when data is retrieved from the stack.</a:t>
            </a:r>
          </a:p>
          <a:p>
            <a:pPr>
              <a:buNone/>
            </a:pPr>
            <a:r>
              <a:rPr lang="en-US" b="1" u="sng" dirty="0" smtClean="0"/>
              <a:t>Instruction Register/Decoder </a:t>
            </a:r>
          </a:p>
          <a:p>
            <a:r>
              <a:rPr lang="en-US" sz="2000" dirty="0" smtClean="0"/>
              <a:t>It is an 8-bit register that temporarily stores the current instruction of a program </a:t>
            </a:r>
          </a:p>
          <a:p>
            <a:r>
              <a:rPr lang="en-US" sz="2000" dirty="0" smtClean="0"/>
              <a:t>Decoder then takes instruction and decodes or interprets the instruction.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0"/>
            <a:ext cx="8143900" cy="664371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Decoded instruction then passed to next stage. </a:t>
            </a:r>
          </a:p>
          <a:p>
            <a:pPr>
              <a:buNone/>
            </a:pPr>
            <a:r>
              <a:rPr lang="en-US" b="1" u="sng" dirty="0" smtClean="0"/>
              <a:t>Control Unit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Generates signals on data bus, address bus and control bus within microprocessor </a:t>
            </a:r>
          </a:p>
          <a:p>
            <a:pPr>
              <a:buFont typeface="Wingdings" pitchFamily="2" charset="2"/>
              <a:buChar char="§"/>
            </a:pPr>
            <a:r>
              <a:rPr lang="en-US" i="1" dirty="0" smtClean="0"/>
              <a:t>Data Bus: </a:t>
            </a:r>
          </a:p>
          <a:p>
            <a:pPr>
              <a:buNone/>
            </a:pPr>
            <a:r>
              <a:rPr lang="en-US" i="1" dirty="0" smtClean="0"/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data bus width of 8085 microprocessor is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8-bit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i.e. 2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8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combination of binary digits and are typically identified as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D0 – D7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-larger numbers have to be broken down into chunks of 255. This slows microprocessor. </a:t>
            </a:r>
          </a:p>
          <a:p>
            <a:pPr>
              <a:buFont typeface="Wingdings" pitchFamily="2" charset="2"/>
              <a:buChar char="§"/>
            </a:pPr>
            <a:r>
              <a:rPr lang="en-US" i="1" dirty="0" smtClean="0"/>
              <a:t>Address Bus: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-8085 microprocessor contain </a:t>
            </a:r>
            <a:r>
              <a:rPr lang="en-US" sz="2000" b="1" dirty="0" smtClean="0"/>
              <a:t>16-bit address bus </a:t>
            </a:r>
            <a:r>
              <a:rPr lang="en-US" sz="2000" dirty="0" smtClean="0"/>
              <a:t>and are generally identified as </a:t>
            </a:r>
            <a:r>
              <a:rPr lang="en-US" sz="2000" b="1" i="1" dirty="0" smtClean="0"/>
              <a:t>A0 - A15.</a:t>
            </a:r>
          </a:p>
          <a:p>
            <a:pPr>
              <a:buNone/>
            </a:pPr>
            <a:r>
              <a:rPr lang="en-US" sz="2000" b="1" i="1" dirty="0" smtClean="0"/>
              <a:t>-</a:t>
            </a:r>
            <a:r>
              <a:rPr lang="en-US" sz="2000" dirty="0" smtClean="0"/>
              <a:t>The higher order address lines (</a:t>
            </a:r>
            <a:r>
              <a:rPr lang="en-US" sz="2000" b="1" i="1" dirty="0" smtClean="0"/>
              <a:t>A8 – A15</a:t>
            </a:r>
            <a:r>
              <a:rPr lang="en-US" sz="2000" dirty="0" smtClean="0"/>
              <a:t>) are </a:t>
            </a:r>
            <a:r>
              <a:rPr lang="en-US" sz="2000" b="1" dirty="0" smtClean="0"/>
              <a:t>unidirectional.</a:t>
            </a:r>
          </a:p>
          <a:p>
            <a:pPr>
              <a:buNone/>
            </a:pPr>
            <a:r>
              <a:rPr lang="en-US" sz="2000" b="1" dirty="0" smtClean="0"/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lower order lines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(A0 – A7)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multiplexed (time-shared) with the eight data bits (D0 – D7) and hence, they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bidirectional.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sz="2000" b="1" i="1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b="1" i="1" dirty="0" smtClean="0"/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i="1" dirty="0" smtClean="0"/>
          </a:p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0"/>
            <a:ext cx="8143900" cy="6643710"/>
          </a:xfrm>
        </p:spPr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i="1" dirty="0" smtClean="0"/>
              <a:t>Control Bus: </a:t>
            </a:r>
          </a:p>
          <a:p>
            <a:pPr>
              <a:buNone/>
            </a:pPr>
            <a:r>
              <a:rPr lang="en-US" i="1" dirty="0" smtClean="0"/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various lines which have specific functions for coordinating and controlling microprocessor operations. </a:t>
            </a:r>
          </a:p>
          <a:p>
            <a:pPr>
              <a:buNone/>
            </a:pPr>
            <a:r>
              <a:rPr lang="en-US" i="1" dirty="0" smtClean="0"/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control bus carries control signals partly unidirectional and partly bidirectional </a:t>
            </a:r>
          </a:p>
          <a:p>
            <a:pPr>
              <a:buNone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Different Control signals used by 8085</a:t>
            </a:r>
          </a:p>
          <a:p>
            <a:r>
              <a:rPr lang="en-US" sz="2000" dirty="0" smtClean="0"/>
              <a:t>ALE (Address Latch Enable ):   It is a pulse that is provided when an address appears on the AD0 – AD7 lines, after which it becomes 0. </a:t>
            </a:r>
          </a:p>
          <a:p>
            <a:endParaRPr lang="en-US" sz="2000" dirty="0" smtClean="0"/>
          </a:p>
          <a:p>
            <a:r>
              <a:rPr lang="en-US" sz="2000" dirty="0" smtClean="0"/>
              <a:t>     (active low output): The Read signal indicates that data are being read from the selected I/O or memory device and that they are available on the data bus. </a:t>
            </a:r>
          </a:p>
          <a:p>
            <a:r>
              <a:rPr lang="en-US" sz="2000" dirty="0" smtClean="0"/>
              <a:t>      (active low output):The Write signal indicates that data on the data bus are to be written into a selected memory or I/O location.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>
              <a:buNone/>
            </a:pPr>
            <a:endParaRPr lang="en-US" sz="2000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4357694"/>
            <a:ext cx="403860" cy="28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5357826"/>
            <a:ext cx="42862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0"/>
            <a:ext cx="8143900" cy="6858000"/>
          </a:xfrm>
        </p:spPr>
        <p:txBody>
          <a:bodyPr/>
          <a:lstStyle/>
          <a:p>
            <a:pPr algn="just"/>
            <a:r>
              <a:rPr lang="en-US" dirty="0" smtClean="0"/>
              <a:t>     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signal that distinguished between a memory operation and an I/O operation. When IO/M= 0 it is a memory operation and IO/M=1 it is an I/O operation.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S1 and S0(output):These are status signals used to specify the type of operation being performed </a:t>
            </a:r>
          </a:p>
          <a:p>
            <a:pPr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52"/>
            <a:ext cx="17811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2357430"/>
            <a:ext cx="72199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8085 PIN DESCRIPTION 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8085 has 40pins.</a:t>
            </a:r>
          </a:p>
          <a:p>
            <a:pPr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All the signals are classified into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six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groups: 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Address bus </a:t>
            </a:r>
          </a:p>
          <a:p>
            <a:pPr>
              <a:buFont typeface="Wingdings" pitchFamily="2" charset="2"/>
              <a:buChar char="§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Data bus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Control &amp; status signals 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Power supply and frequency signals 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Externally initiated signals 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Serial I/O signals 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14546" y="142852"/>
            <a:ext cx="566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8085 microprocessor pin layout and signal groups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28728" y="714356"/>
            <a:ext cx="7504960" cy="553404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8085 Pin Configur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1214422"/>
            <a:ext cx="4786346" cy="50414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0"/>
            <a:ext cx="7498080" cy="714356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Address and Data Buses: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785794"/>
            <a:ext cx="7929618" cy="60722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Address and Data Buses: 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A8 – A15 (output): It carries the most significant 8-bits of memory/IO address.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AD0 – AD7 (input/output): It carries Lower significant bits of memory addresses during first clock cycle. </a:t>
            </a:r>
          </a:p>
          <a:p>
            <a:pPr marL="539496" indent="-45720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-Carries data during third and fourth clock cycle.</a:t>
            </a:r>
          </a:p>
          <a:p>
            <a:pPr marL="539496" indent="-457200"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Control and status signals: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These signals are used to identify the nature of operation. 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There are 3 control signal and 3 status signals.</a:t>
            </a:r>
          </a:p>
          <a:p>
            <a:pPr marL="539496" indent="-457200">
              <a:buNone/>
            </a:pPr>
            <a:r>
              <a:rPr lang="en-IN" sz="2400" dirty="0" smtClean="0"/>
              <a:t>Control Signal:</a:t>
            </a:r>
          </a:p>
          <a:p>
            <a:pPr marL="539496" indent="-457200">
              <a:buNone/>
            </a:pPr>
            <a:r>
              <a:rPr lang="en-US" sz="2400" b="1" dirty="0" smtClean="0"/>
              <a:t>RD</a:t>
            </a:r>
            <a:r>
              <a:rPr lang="en-US" sz="2400" dirty="0" smtClean="0"/>
              <a:t> −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signal indicates that the selected IO or memory device is to be read and is ready for accepting data available on the data bus.</a:t>
            </a:r>
          </a:p>
          <a:p>
            <a:pPr marL="539496" indent="-457200">
              <a:buFont typeface="Wingdings" pitchFamily="2" charset="2"/>
              <a:buChar char="§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1773</TotalTime>
  <Words>945</Words>
  <Application>Microsoft Office PowerPoint</Application>
  <PresentationFormat>On-screen Show (4:3)</PresentationFormat>
  <Paragraphs>140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Solstice</vt:lpstr>
      <vt:lpstr>Slide 1</vt:lpstr>
      <vt:lpstr>8085 Microprocessor</vt:lpstr>
      <vt:lpstr>8085 Architecture</vt:lpstr>
      <vt:lpstr>Slide 4</vt:lpstr>
      <vt:lpstr>Slide 5</vt:lpstr>
      <vt:lpstr>Slide 6</vt:lpstr>
      <vt:lpstr>Slide 7</vt:lpstr>
      <vt:lpstr>Slide 8</vt:lpstr>
      <vt:lpstr>Slide 9</vt:lpstr>
      <vt:lpstr>Slide 10</vt:lpstr>
      <vt:lpstr> 8085 PIN DESCRIPTION  </vt:lpstr>
      <vt:lpstr>Slide 12</vt:lpstr>
      <vt:lpstr>Address and Data Buses: 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65</cp:revision>
  <dcterms:created xsi:type="dcterms:W3CDTF">2020-09-19T06:55:40Z</dcterms:created>
  <dcterms:modified xsi:type="dcterms:W3CDTF">2020-09-25T05:32:22Z</dcterms:modified>
</cp:coreProperties>
</file>