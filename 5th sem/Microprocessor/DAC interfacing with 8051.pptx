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60" r:id="rId2"/>
    <p:sldId id="342" r:id="rId3"/>
    <p:sldId id="369" r:id="rId4"/>
    <p:sldId id="370" r:id="rId5"/>
    <p:sldId id="367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946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234E5-8504-4330-A12E-6C3403FD2A40}" type="datetimeFigureOut">
              <a:rPr lang="en-US" smtClean="0"/>
              <a:pPr/>
              <a:t>12/30/2020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6E43D-C79D-4B39-8257-5EC2E1B8C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6E43D-C79D-4B39-8257-5EC2E1B8CD3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DAEB126-6801-43E9-A8B3-58C9D3168E6A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2DACB8-3BA7-4002-A7AD-C8647D9CA189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4AFFFE-839E-42EF-84DD-E0158050FE0F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810B4C-547F-478A-B83B-708C38DE0944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D17806-C4D3-4254-B953-9105470292AE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6C25880-1A7D-4DEC-B8C2-E79257111B40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967D1-DF5F-467A-BE56-518076760F03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1CB778D-2364-4912-8698-387B4C1FC6AB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62B2C2-EBA0-4DCA-9606-A50885129859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FD5C6E7-F489-4D87-9858-1BB05BD8AF4C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76317-255B-493D-A1FF-EBE9A398B387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D59FB09-536B-4489-9409-02A247E91D00}" type="datetime1">
              <a:rPr lang="en-US" smtClean="0"/>
              <a:pPr/>
              <a:t>12/30/2020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71472" y="1714488"/>
            <a:ext cx="8153400" cy="39925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000" dirty="0" smtClean="0">
                <a:latin typeface="Bernard MT Condensed" pitchFamily="18" charset="0"/>
              </a:rPr>
              <a:t>DAC Interfacing-8051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42976" y="142852"/>
            <a:ext cx="7498080" cy="78581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Digital to Analog Converter(DAC)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142976" y="1000108"/>
            <a:ext cx="7790712" cy="5248292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The Digital to Analog converter (DAC) is a device, that is widely used for converting digital pulses to analog signals.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/>
              <a:t>DAC consists of a number of binary inputs(power of 2) and a </a:t>
            </a:r>
            <a:r>
              <a:rPr lang="en-US" sz="2000" dirty="0" smtClean="0">
                <a:solidFill>
                  <a:srgbClr val="0070C0"/>
                </a:solidFill>
              </a:rPr>
              <a:t>single output</a:t>
            </a:r>
            <a:r>
              <a:rPr lang="en-US" sz="2000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endParaRPr lang="en-US" sz="2000" dirty="0" smtClean="0"/>
          </a:p>
          <a:p>
            <a:pPr algn="just">
              <a:buNone/>
            </a:pPr>
            <a:r>
              <a:rPr lang="en-US" sz="2000" b="1" u="sng" dirty="0" smtClean="0"/>
              <a:t>DAC0808 – 8 Bit D/A Converter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000" dirty="0" smtClean="0"/>
              <a:t>In  DAC 0808, the digital inputs are converted to current(</a:t>
            </a:r>
            <a:r>
              <a:rPr lang="en-US" sz="2000" b="1" dirty="0" err="1" smtClean="0">
                <a:solidFill>
                  <a:srgbClr val="0070C0"/>
                </a:solidFill>
              </a:rPr>
              <a:t>Iout</a:t>
            </a:r>
            <a:r>
              <a:rPr lang="en-US" sz="2000" dirty="0" smtClean="0"/>
              <a:t>).</a:t>
            </a:r>
          </a:p>
          <a:p>
            <a:pPr algn="just">
              <a:buFont typeface="Wingdings" pitchFamily="2" charset="2"/>
              <a:buChar char="§"/>
            </a:pPr>
            <a:endParaRPr lang="en-US" sz="2000" dirty="0" smtClean="0"/>
          </a:p>
          <a:p>
            <a:pPr algn="just">
              <a:buFont typeface="Wingdings" pitchFamily="2" charset="2"/>
              <a:buChar char="Ø"/>
            </a:pPr>
            <a:endParaRPr lang="en-US" sz="2000" dirty="0" smtClean="0"/>
          </a:p>
          <a:p>
            <a:pPr algn="just">
              <a:buFont typeface="Wingdings" pitchFamily="2" charset="2"/>
              <a:buChar char="Ø"/>
            </a:pPr>
            <a:endParaRPr lang="en-US" sz="2000" dirty="0" smtClean="0"/>
          </a:p>
          <a:p>
            <a:pPr algn="just">
              <a:buFont typeface="Wingdings" pitchFamily="2" charset="2"/>
              <a:buChar char="Ø"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1143000"/>
          </a:xfrm>
        </p:spPr>
        <p:txBody>
          <a:bodyPr/>
          <a:lstStyle/>
          <a:p>
            <a:r>
              <a:rPr lang="en-US" dirty="0" smtClean="0"/>
              <a:t>Pin Description of 0808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1500174"/>
            <a:ext cx="4350838" cy="4800600"/>
          </a:xfrm>
        </p:spPr>
        <p:txBody>
          <a:bodyPr>
            <a:normAutofit/>
          </a:bodyPr>
          <a:lstStyle/>
          <a:p>
            <a:pPr fontAlgn="t"/>
            <a:r>
              <a:rPr lang="en-US" sz="2200" dirty="0" smtClean="0"/>
              <a:t>NC-No connection</a:t>
            </a:r>
          </a:p>
          <a:p>
            <a:pPr fontAlgn="t"/>
            <a:r>
              <a:rPr lang="en-US" sz="2200" dirty="0" smtClean="0"/>
              <a:t>GND-Ground</a:t>
            </a:r>
          </a:p>
          <a:p>
            <a:pPr fontAlgn="t"/>
            <a:r>
              <a:rPr lang="en-US" sz="2200" dirty="0" smtClean="0"/>
              <a:t>VEE-Negative power supply</a:t>
            </a:r>
          </a:p>
          <a:p>
            <a:pPr fontAlgn="t"/>
            <a:r>
              <a:rPr lang="en-US" sz="2200" dirty="0" smtClean="0"/>
              <a:t>IO-Output signal pin</a:t>
            </a:r>
          </a:p>
          <a:p>
            <a:pPr fontAlgn="t"/>
            <a:r>
              <a:rPr lang="en-US" sz="2200" dirty="0" smtClean="0"/>
              <a:t>A3-A8:Digital input pins</a:t>
            </a:r>
          </a:p>
          <a:p>
            <a:pPr fontAlgn="t"/>
            <a:r>
              <a:rPr lang="en-US" sz="2200" dirty="0" smtClean="0"/>
              <a:t>VCC-Positive power supply</a:t>
            </a:r>
          </a:p>
          <a:p>
            <a:pPr fontAlgn="t"/>
            <a:r>
              <a:rPr lang="en-US" sz="2200" dirty="0" smtClean="0"/>
              <a:t>VREF+:Positive reference voltage</a:t>
            </a:r>
          </a:p>
          <a:p>
            <a:pPr fontAlgn="t"/>
            <a:r>
              <a:rPr lang="en-US" sz="2200" dirty="0" smtClean="0"/>
              <a:t>VREF-:Negative reference voltage</a:t>
            </a:r>
          </a:p>
          <a:p>
            <a:pPr fontAlgn="t"/>
            <a:r>
              <a:rPr lang="en-US" sz="2200" dirty="0" smtClean="0"/>
              <a:t>COMPENSATION</a:t>
            </a:r>
          </a:p>
          <a:p>
            <a:pPr fontAlgn="t"/>
            <a:r>
              <a:rPr lang="en-US" sz="2200" dirty="0" smtClean="0"/>
              <a:t>Compensation capacitor pin</a:t>
            </a:r>
          </a:p>
          <a:p>
            <a:pPr fontAlgn="t"/>
            <a:endParaRPr lang="en-US" dirty="0" smtClean="0"/>
          </a:p>
          <a:p>
            <a:pPr fontAlgn="t"/>
            <a:endParaRPr lang="en-US" dirty="0" smtClean="0"/>
          </a:p>
          <a:p>
            <a:pPr fontAlgn="t"/>
            <a:endParaRPr lang="en-US" dirty="0" smtClean="0"/>
          </a:p>
          <a:p>
            <a:pPr fontAlgn="t"/>
            <a:endParaRPr lang="en-US" dirty="0" smtClean="0"/>
          </a:p>
          <a:p>
            <a:pPr fontAlgn="t"/>
            <a:endParaRPr lang="en-US" dirty="0" smtClean="0"/>
          </a:p>
          <a:p>
            <a:pPr fontAlgn="t"/>
            <a:endParaRPr lang="en-US" dirty="0" smtClean="0"/>
          </a:p>
          <a:p>
            <a:pPr fontAlgn="t"/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3" descr="V:\vssut\mpmc\0808 DAC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1482711"/>
            <a:ext cx="3500462" cy="458949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9704" name="Picture 8" descr="interfacing 8051 to da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071546"/>
            <a:ext cx="6572296" cy="43576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142852"/>
            <a:ext cx="7790712" cy="610554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dirty="0" smtClean="0"/>
              <a:t>MC1408 DAC (or DAC808) In the MC1408 (DAC0808), the digital inputs are converted to current (</a:t>
            </a:r>
            <a:r>
              <a:rPr lang="en-US" sz="2400" dirty="0" err="1" smtClean="0"/>
              <a:t>Iout</a:t>
            </a:r>
            <a:r>
              <a:rPr lang="en-US" sz="2400" dirty="0" smtClean="0"/>
              <a:t>), and by connecting a resistor to the </a:t>
            </a:r>
            <a:r>
              <a:rPr lang="en-US" sz="2400" dirty="0" err="1" smtClean="0"/>
              <a:t>Iout</a:t>
            </a:r>
            <a:r>
              <a:rPr lang="en-US" sz="2400" dirty="0" smtClean="0"/>
              <a:t> pin, we convert the result to voltage. The total current provided by the </a:t>
            </a:r>
            <a:r>
              <a:rPr lang="en-US" sz="2400" dirty="0" err="1" smtClean="0"/>
              <a:t>Iout</a:t>
            </a:r>
            <a:r>
              <a:rPr lang="en-US" sz="2400" dirty="0" smtClean="0"/>
              <a:t> pin is a function of the binary numbers at the D0-D7 inputs of the DAC0808 and the reference current (</a:t>
            </a:r>
            <a:r>
              <a:rPr lang="en-US" sz="2400" dirty="0" err="1" smtClean="0"/>
              <a:t>Iref</a:t>
            </a:r>
            <a:r>
              <a:rPr lang="en-US" sz="2400" dirty="0" smtClean="0"/>
              <a:t>), and is as follows: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3143250"/>
            <a:ext cx="7831966" cy="1143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214414" y="4572008"/>
            <a:ext cx="77867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where D0 is the LSB, D7 is the MSB for the inputs, and </a:t>
            </a:r>
            <a:r>
              <a:rPr lang="en-US" sz="2400" dirty="0" err="1" smtClean="0"/>
              <a:t>Iref</a:t>
            </a:r>
            <a:r>
              <a:rPr lang="en-US" sz="2400" dirty="0" smtClean="0"/>
              <a:t> is the input current that must be applied to pin 14.</a:t>
            </a:r>
            <a:endParaRPr lang="en-US"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7097</TotalTime>
  <Words>206</Words>
  <Application>Microsoft Office PowerPoint</Application>
  <PresentationFormat>On-screen Show (4:3)</PresentationFormat>
  <Paragraphs>37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Solstice</vt:lpstr>
      <vt:lpstr>Slide 1</vt:lpstr>
      <vt:lpstr> Digital to Analog Converter(DAC)</vt:lpstr>
      <vt:lpstr>Pin Description of 0808</vt:lpstr>
      <vt:lpstr>Slide 4</vt:lpstr>
      <vt:lpstr>Slide 5</vt:lpstr>
    </vt:vector>
  </TitlesOfParts>
  <Company>Tata Steel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Kshiramani</dc:creator>
  <cp:lastModifiedBy>Kshiramani</cp:lastModifiedBy>
  <cp:revision>342</cp:revision>
  <dcterms:created xsi:type="dcterms:W3CDTF">2020-09-19T06:55:40Z</dcterms:created>
  <dcterms:modified xsi:type="dcterms:W3CDTF">2020-12-30T11:50:34Z</dcterms:modified>
</cp:coreProperties>
</file>