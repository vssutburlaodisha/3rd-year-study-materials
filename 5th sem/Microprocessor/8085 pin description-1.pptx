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0" r:id="rId2"/>
    <p:sldId id="276" r:id="rId3"/>
    <p:sldId id="283" r:id="rId4"/>
    <p:sldId id="278" r:id="rId5"/>
    <p:sldId id="273" r:id="rId6"/>
    <p:sldId id="279" r:id="rId7"/>
    <p:sldId id="280" r:id="rId8"/>
    <p:sldId id="281" r:id="rId9"/>
    <p:sldId id="28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9/30/2020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dirty="0" smtClean="0">
              <a:latin typeface="Bernard MT Condensed" pitchFamily="18" charset="0"/>
            </a:endParaRPr>
          </a:p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8085 PIN Description</a:t>
            </a:r>
            <a:endParaRPr lang="en-US" sz="6000" dirty="0">
              <a:latin typeface="Bernard MT Condense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14546" y="142852"/>
            <a:ext cx="56677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8085 microprocessor pin layout and signal groups 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28728" y="714356"/>
            <a:ext cx="7504960" cy="553404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 descr="8085 Pin Configur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1214422"/>
            <a:ext cx="4786346" cy="50414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4578" name="Picture 2" descr="C:\Users\Kshiramani\Downloads\IMG_20200928_09544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797837" y="273809"/>
            <a:ext cx="6834210" cy="67151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7862150" cy="6858000"/>
          </a:xfrm>
        </p:spPr>
        <p:txBody>
          <a:bodyPr/>
          <a:lstStyle/>
          <a:p>
            <a:pPr>
              <a:buFont typeface="Wingdings" pitchFamily="2" charset="2"/>
              <a:buChar char="v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8085 has 40 pins.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pins are categorized according to the different signals.</a:t>
            </a:r>
          </a:p>
          <a:p>
            <a:endParaRPr lang="en-US" dirty="0" smtClean="0"/>
          </a:p>
          <a:p>
            <a:pPr lvl="4">
              <a:buFont typeface="Wingdings" pitchFamily="2" charset="2"/>
              <a:buChar char="§"/>
            </a:pPr>
            <a:r>
              <a:rPr lang="en-US" dirty="0" smtClean="0"/>
              <a:t>Address bus </a:t>
            </a:r>
          </a:p>
          <a:p>
            <a:pPr lvl="4">
              <a:buFont typeface="Wingdings" pitchFamily="2" charset="2"/>
              <a:buChar char="§"/>
            </a:pPr>
            <a:r>
              <a:rPr lang="en-US" dirty="0" smtClean="0"/>
              <a:t> Data bus </a:t>
            </a:r>
          </a:p>
          <a:p>
            <a:pPr lvl="4">
              <a:buFont typeface="Wingdings" pitchFamily="2" charset="2"/>
              <a:buChar char="§"/>
            </a:pPr>
            <a:r>
              <a:rPr lang="en-US" dirty="0" smtClean="0"/>
              <a:t>Control &amp; status signals </a:t>
            </a:r>
          </a:p>
          <a:p>
            <a:pPr lvl="4">
              <a:buFont typeface="Wingdings" pitchFamily="2" charset="2"/>
              <a:buChar char="§"/>
            </a:pPr>
            <a:r>
              <a:rPr lang="en-US" dirty="0" smtClean="0"/>
              <a:t>Power supply and frequency signals </a:t>
            </a:r>
          </a:p>
          <a:p>
            <a:pPr lvl="4">
              <a:buFont typeface="Wingdings" pitchFamily="2" charset="2"/>
              <a:buChar char="§"/>
            </a:pPr>
            <a:r>
              <a:rPr lang="en-US" smtClean="0"/>
              <a:t>Interrupt and Externally </a:t>
            </a:r>
            <a:r>
              <a:rPr lang="en-US" dirty="0" smtClean="0"/>
              <a:t>initiated signals </a:t>
            </a:r>
          </a:p>
          <a:p>
            <a:pPr lvl="4">
              <a:buFont typeface="Wingdings" pitchFamily="2" charset="2"/>
              <a:buChar char="§"/>
            </a:pPr>
            <a:r>
              <a:rPr lang="en-US" dirty="0" smtClean="0"/>
              <a:t>Serial I/O signals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785794"/>
            <a:ext cx="7929618" cy="607223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Address Buses: (A0-A15)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Send address to memory or IO.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Select one of the memory locations from I/O ports or memory.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Unidirectional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A8 – A15 (output-21-28): It carries the most significant 8-bits of memory/IO address.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AD0 – AD7 (input/output): It carries Lower significant bits of memory addresses.</a:t>
            </a:r>
          </a:p>
          <a:p>
            <a:pPr marL="539496" indent="-457200"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Data Buses(D0-D7)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Bidirectional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Carries data between I/O or memory and microprocessor.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Multiplexed with lower LSB of address bus(A0-A7) hence AD0-AD7.</a:t>
            </a:r>
          </a:p>
          <a:p>
            <a:pPr marL="539496" indent="-457200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539496" indent="-457200">
              <a:buNone/>
            </a:pP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Control and status signals: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These signals are used to identify the nature of operation. </a:t>
            </a:r>
          </a:p>
          <a:p>
            <a:pPr marL="539496" indent="-457200">
              <a:buFont typeface="Wingdings" pitchFamily="2" charset="2"/>
              <a:buChar char="§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There are 3 control signal and 3 status signals.</a:t>
            </a:r>
          </a:p>
          <a:p>
            <a:pPr marL="539496" indent="-457200">
              <a:buNone/>
            </a:pPr>
            <a:r>
              <a:rPr lang="en-IN" sz="2400" dirty="0" smtClean="0"/>
              <a:t>Control Signal:</a:t>
            </a:r>
          </a:p>
          <a:p>
            <a:pPr marL="539496" indent="-45720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RD(active low)</a:t>
            </a:r>
            <a:r>
              <a:rPr lang="en-US" sz="2400" dirty="0" smtClean="0"/>
              <a:t> −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microprocessor reads data from memory or IO.</a:t>
            </a:r>
          </a:p>
          <a:p>
            <a:pPr marL="539496" indent="-457200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When it is high no data is read by MP</a:t>
            </a:r>
          </a:p>
          <a:p>
            <a:pPr marL="539496" indent="-45720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WR(active low) − The data on the data bus is to be written into a selected memory or I/O location.</a:t>
            </a:r>
          </a:p>
          <a:p>
            <a:pPr marL="539496" indent="-457200">
              <a:buNone/>
            </a:pPr>
            <a:r>
              <a:rPr lang="en-US" sz="1800" b="1" dirty="0" smtClean="0"/>
              <a:t>ALE</a:t>
            </a:r>
            <a:r>
              <a:rPr lang="en-US" sz="1800" dirty="0" smtClean="0"/>
              <a:t> − It is a positive going pulse generated when a new operation is started by the microprocessor. </a:t>
            </a:r>
          </a:p>
          <a:p>
            <a:pPr marL="539496" indent="-457200">
              <a:buNone/>
            </a:pPr>
            <a:r>
              <a:rPr lang="en-US" sz="1800" dirty="0" smtClean="0"/>
              <a:t>         -When the pulse goes high, it indicates address. When the pulse goes down it indicates data.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539496" indent="-457200">
              <a:buFont typeface="Wingdings" pitchFamily="2" charset="2"/>
              <a:buChar char="§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142852"/>
            <a:ext cx="7790712" cy="6572296"/>
          </a:xfrm>
        </p:spPr>
        <p:txBody>
          <a:bodyPr/>
          <a:lstStyle/>
          <a:p>
            <a:pPr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Status Signals: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IO/M(low)-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-When it is high it indicates I/O operation.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-LOW indicates Memory operations.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S1 &amp; S0-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signals are used to indicate type of operations.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286124"/>
            <a:ext cx="72199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786215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Power Supply:</a:t>
            </a:r>
          </a:p>
          <a:p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Vcc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: +5 V power supply </a:t>
            </a:r>
          </a:p>
          <a:p>
            <a:r>
              <a:rPr lang="en-US" sz="1900" dirty="0" err="1" smtClean="0">
                <a:latin typeface="Times New Roman" pitchFamily="18" charset="0"/>
                <a:cs typeface="Times New Roman" pitchFamily="18" charset="0"/>
              </a:rPr>
              <a:t>Vss</a:t>
            </a:r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: Ground reference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Clock signals: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X1, X2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−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It is to provide the required clock frequency to the microprocessor.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These are the two input lines across which a Crystal ( Crystal is the common term used in electronics for the frequency-determining component) is connected.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The frequency generated by the oscillator is divided by 2 to give the internal operating frequency of the microprocessor.</a:t>
            </a:r>
          </a:p>
          <a:p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The input frequency is divided by 2 because the frequency is applied to the system through T flip flop. T flip flop divides the incoming frequency by 2.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CLK OUT 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signal is used as the system clock for devices connected with the microprocessor.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 descr="INTERNAL CLOCK of microprocessor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643446"/>
            <a:ext cx="250033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7929618" cy="671514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Interrupts &amp; externally initiated signals: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Interrupts are the signals generated by external devices to request the microprocessor to perform a task. </a:t>
            </a:r>
          </a:p>
          <a:p>
            <a:pPr>
              <a:buFont typeface="Wingdings" pitchFamily="2" charset="2"/>
              <a:buChar char="Ø"/>
            </a:pP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There are 5 interrupt signals, i.e. TRAP, RST 7.5, RST 6.5, RST 5.5, and INTR. 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INTA − It is an interrupt acknowledgment signal.</a:t>
            </a:r>
          </a:p>
          <a:p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RESET 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IN(active low)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 − This signal is used to reset the microprocessor by setting the program counter to 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zero and the </a:t>
            </a: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processor is reset</a:t>
            </a:r>
            <a:endParaRPr lang="en-US" sz="29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RESET OUT − </a:t>
            </a:r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This signal is used to reset all the connected devices when the microprocessor is reset.</a:t>
            </a:r>
          </a:p>
          <a:p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READY − This signal indicates that the device is ready to send or receive data. If READY is low, then the CPU has to wait for READY to go high.</a:t>
            </a:r>
          </a:p>
          <a:p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HOLD − This signal indicates that another peripheral like DMA  is requesting the use of the address and data buses.</a:t>
            </a:r>
          </a:p>
          <a:p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HLDA (HOLD Acknowledge) − </a:t>
            </a:r>
            <a:endParaRPr lang="en-US" sz="1600" dirty="0" smtClean="0"/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This signal acknowledges the HOLD request. </a:t>
            </a:r>
          </a:p>
          <a:p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900" dirty="0" smtClean="0">
                <a:latin typeface="Times New Roman" pitchFamily="18" charset="0"/>
                <a:cs typeface="Times New Roman" pitchFamily="18" charset="0"/>
              </a:rPr>
            </a:br>
            <a:endParaRPr lang="en-US" sz="2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7862150" cy="6248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Serial I/O signals: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 are 2 serial signals, i.e. SID and SOD and these signals are used for serial communication.</a:t>
            </a:r>
          </a:p>
          <a:p>
            <a:r>
              <a:rPr lang="en-US" b="1" dirty="0" smtClean="0"/>
              <a:t>SOD</a:t>
            </a:r>
            <a:r>
              <a:rPr lang="en-US" dirty="0" smtClean="0"/>
              <a:t> (Serial output data line) 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output SOD is set/reset as specified by the SIM instruction.</a:t>
            </a:r>
          </a:p>
          <a:p>
            <a:r>
              <a:rPr lang="en-US" b="1" dirty="0" smtClean="0"/>
              <a:t>SID</a:t>
            </a:r>
            <a:r>
              <a:rPr lang="en-US" dirty="0" smtClean="0"/>
              <a:t> (Serial input data line) 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data on this line is loaded into accumulator whenever a RIM instruction is executed.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2157</TotalTime>
  <Words>279</Words>
  <Application>Microsoft Office PowerPoint</Application>
  <PresentationFormat>On-screen Show (4:3)</PresentationFormat>
  <Paragraphs>87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Solstice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90</cp:revision>
  <dcterms:created xsi:type="dcterms:W3CDTF">2020-09-19T06:55:40Z</dcterms:created>
  <dcterms:modified xsi:type="dcterms:W3CDTF">2020-09-30T06:56:57Z</dcterms:modified>
</cp:coreProperties>
</file>