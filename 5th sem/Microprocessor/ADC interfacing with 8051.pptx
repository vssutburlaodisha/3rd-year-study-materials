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60" r:id="rId2"/>
    <p:sldId id="342" r:id="rId3"/>
    <p:sldId id="358" r:id="rId4"/>
    <p:sldId id="365" r:id="rId5"/>
    <p:sldId id="359" r:id="rId6"/>
    <p:sldId id="351" r:id="rId7"/>
    <p:sldId id="350" r:id="rId8"/>
    <p:sldId id="352" r:id="rId9"/>
    <p:sldId id="362" r:id="rId10"/>
    <p:sldId id="364" r:id="rId11"/>
    <p:sldId id="363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80" d="100"/>
          <a:sy n="80" d="100"/>
        </p:scale>
        <p:origin x="-1522" y="-14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8234E5-8504-4330-A12E-6C3403FD2A40}" type="datetimeFigureOut">
              <a:rPr lang="en-US" smtClean="0"/>
              <a:pPr/>
              <a:t>12/28/2020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96E43D-C79D-4B39-8257-5EC2E1B8CD3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96E43D-C79D-4B39-8257-5EC2E1B8CD37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DAEB126-6801-43E9-A8B3-58C9D3168E6A}" type="datetime1">
              <a:rPr lang="en-US" smtClean="0"/>
              <a:pPr/>
              <a:t>12/28/2020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02DACB8-3BA7-4002-A7AD-C8647D9CA189}" type="datetime1">
              <a:rPr lang="en-US" smtClean="0"/>
              <a:pPr/>
              <a:t>12/28/2020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04AFFFE-839E-42EF-84DD-E0158050FE0F}" type="datetime1">
              <a:rPr lang="en-US" smtClean="0"/>
              <a:pPr/>
              <a:t>12/28/2020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4810B4C-547F-478A-B83B-708C38DE0944}" type="datetime1">
              <a:rPr lang="en-US" smtClean="0"/>
              <a:pPr/>
              <a:t>12/28/2020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AD17806-C4D3-4254-B953-9105470292AE}" type="datetime1">
              <a:rPr lang="en-US" smtClean="0"/>
              <a:pPr/>
              <a:t>12/28/2020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6C25880-1A7D-4DEC-B8C2-E79257111B40}" type="datetime1">
              <a:rPr lang="en-US" smtClean="0"/>
              <a:pPr/>
              <a:t>12/28/2020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0C967D1-DF5F-467A-BE56-518076760F03}" type="datetime1">
              <a:rPr lang="en-US" smtClean="0"/>
              <a:pPr/>
              <a:t>12/28/2020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1CB778D-2364-4912-8698-387B4C1FC6AB}" type="datetime1">
              <a:rPr lang="en-US" smtClean="0"/>
              <a:pPr/>
              <a:t>12/28/2020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562B2C2-EBA0-4DCA-9606-A50885129859}" type="datetime1">
              <a:rPr lang="en-US" smtClean="0"/>
              <a:pPr/>
              <a:t>12/28/2020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FD5C6E7-F489-4D87-9858-1BB05BD8AF4C}" type="datetime1">
              <a:rPr lang="en-US" smtClean="0"/>
              <a:pPr/>
              <a:t>12/28/2020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C076317-255B-493D-A1FF-EBE9A398B387}" type="datetime1">
              <a:rPr lang="en-US" smtClean="0"/>
              <a:pPr/>
              <a:t>12/28/2020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6D59FB09-536B-4489-9409-02A247E91D00}" type="datetime1">
              <a:rPr lang="en-US" smtClean="0"/>
              <a:pPr/>
              <a:t>12/28/2020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571472" y="1714488"/>
            <a:ext cx="8153400" cy="3992563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sz="6000" dirty="0" smtClean="0">
                <a:latin typeface="Bernard MT Condensed" pitchFamily="18" charset="0"/>
              </a:rPr>
              <a:t>ADC Interfacing-8051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AC49-16EF-4FE2-AFCD-22497A2D05A4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142976" y="142852"/>
            <a:ext cx="7498080" cy="785818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Analog to Digital Converter(ADC)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1142976" y="1000108"/>
            <a:ext cx="7790712" cy="524829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dirty="0" smtClean="0"/>
              <a:t>-ADC is a device which convert  analog voltage to digital numbers so that microcontroller can handle and processes the data.</a:t>
            </a:r>
          </a:p>
          <a:p>
            <a:pPr>
              <a:buNone/>
            </a:pPr>
            <a:r>
              <a:rPr lang="en-US" b="1" dirty="0" smtClean="0">
                <a:solidFill>
                  <a:srgbClr val="C00000"/>
                </a:solidFill>
              </a:rPr>
              <a:t>Terms:</a:t>
            </a:r>
          </a:p>
          <a:p>
            <a:pPr>
              <a:buFont typeface="Wingdings" pitchFamily="2" charset="2"/>
              <a:buChar char="q"/>
            </a:pPr>
            <a:r>
              <a:rPr lang="en-US" sz="2400" b="1" dirty="0" smtClean="0"/>
              <a:t>RESOLUTION:</a:t>
            </a:r>
            <a:endParaRPr lang="en-US" sz="2400" dirty="0" smtClean="0"/>
          </a:p>
          <a:p>
            <a:pPr algn="just"/>
            <a:r>
              <a:rPr lang="en-US" sz="2400" dirty="0" smtClean="0"/>
              <a:t>Resolution refers to </a:t>
            </a:r>
            <a:r>
              <a:rPr lang="en-US" sz="2400" b="1" dirty="0" smtClean="0">
                <a:solidFill>
                  <a:srgbClr val="0070C0"/>
                </a:solidFill>
              </a:rPr>
              <a:t>the number of discrete values</a:t>
            </a:r>
            <a:r>
              <a:rPr lang="en-US" sz="2400" dirty="0" smtClean="0"/>
              <a:t> that an ADC can produce over the range of analog values. </a:t>
            </a:r>
          </a:p>
          <a:p>
            <a:pPr algn="just"/>
            <a:r>
              <a:rPr lang="en-US" sz="2400" dirty="0" smtClean="0"/>
              <a:t>The values are usually stored electronically in binary form, so the resolution is usually expressed in bits.</a:t>
            </a:r>
          </a:p>
          <a:p>
            <a:pPr algn="just"/>
            <a:r>
              <a:rPr lang="en-US" sz="2400" dirty="0" smtClean="0"/>
              <a:t>We can say that ADC has n bit resolution where n can be 8,10,12,16 and 24 bits.</a:t>
            </a:r>
          </a:p>
          <a:p>
            <a:pPr>
              <a:buNone/>
            </a:pPr>
            <a:endParaRPr lang="en-US" sz="2400" dirty="0" smtClean="0"/>
          </a:p>
          <a:p>
            <a:pPr>
              <a:buNone/>
            </a:pPr>
            <a:endParaRPr lang="en-US" sz="2400" dirty="0" smtClean="0"/>
          </a:p>
          <a:p>
            <a:pPr>
              <a:buNone/>
            </a:pP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AC49-16EF-4FE2-AFCD-22497A2D05A4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1142976" y="0"/>
            <a:ext cx="7790712" cy="62484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800" b="1" dirty="0" smtClean="0"/>
              <a:t>STEP SIZE:</a:t>
            </a:r>
          </a:p>
          <a:p>
            <a:pPr>
              <a:buFont typeface="Wingdings" pitchFamily="2" charset="2"/>
              <a:buChar char="q"/>
            </a:pPr>
            <a:endParaRPr lang="en-US" sz="2800" b="1" dirty="0" smtClean="0"/>
          </a:p>
          <a:p>
            <a:r>
              <a:rPr lang="en-US" sz="2000" dirty="0" smtClean="0"/>
              <a:t>It is the voltage difference between one digital level and the next level that can be measured by ADC. </a:t>
            </a:r>
          </a:p>
          <a:p>
            <a:endParaRPr lang="en-US" sz="2000" dirty="0" smtClean="0"/>
          </a:p>
          <a:p>
            <a:r>
              <a:rPr lang="en-US" sz="2000" dirty="0" smtClean="0"/>
              <a:t>In a 4-bit converter, an input of 1 Volt produce an output of 0001, then the step size is 1 Volt. 0 volts is always considered 0000. </a:t>
            </a:r>
          </a:p>
          <a:p>
            <a:endParaRPr lang="en-US" sz="2000" dirty="0" smtClean="0"/>
          </a:p>
          <a:p>
            <a:r>
              <a:rPr lang="en-US" sz="2000" dirty="0" smtClean="0"/>
              <a:t>Distortion in the signal can be reduced by decreasing the step size to 0.5 volts but it lowers the maximum input reading. </a:t>
            </a:r>
          </a:p>
          <a:p>
            <a:endParaRPr lang="en-US" sz="2000" dirty="0" smtClean="0"/>
          </a:p>
          <a:p>
            <a:r>
              <a:rPr lang="en-US" sz="2000" dirty="0" smtClean="0"/>
              <a:t>If we are using smaller step size, higher bit converter is needed to have maximum voltage.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AC49-16EF-4FE2-AFCD-22497A2D05A4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AC49-16EF-4FE2-AFCD-22497A2D05A4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142976" y="214291"/>
            <a:ext cx="7858180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 smtClean="0"/>
              <a:t> ADC 0804:</a:t>
            </a:r>
          </a:p>
          <a:p>
            <a:pPr>
              <a:buNone/>
            </a:pPr>
            <a:endParaRPr lang="en-US" b="1" dirty="0" smtClean="0"/>
          </a:p>
          <a:p>
            <a:pPr>
              <a:buFont typeface="Wingdings" pitchFamily="2" charset="2"/>
              <a:buChar char="Ø"/>
            </a:pPr>
            <a:r>
              <a:rPr lang="en-US" sz="2800" dirty="0" smtClean="0"/>
              <a:t>ADC0804 is a single channel analog to digital convertor </a:t>
            </a:r>
            <a:r>
              <a:rPr lang="en-US" sz="2800" dirty="0" err="1" smtClean="0"/>
              <a:t>i.e</a:t>
            </a:r>
            <a:r>
              <a:rPr lang="en-US" sz="2800" dirty="0" smtClean="0"/>
              <a:t> it takes only one analog signal. 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 smtClean="0"/>
              <a:t>It has </a:t>
            </a:r>
            <a:r>
              <a:rPr lang="en-US" sz="2800" b="1" dirty="0" smtClean="0"/>
              <a:t>8 bit </a:t>
            </a:r>
            <a:r>
              <a:rPr lang="en-US" sz="2800" dirty="0" smtClean="0"/>
              <a:t>resolution. </a:t>
            </a:r>
          </a:p>
          <a:p>
            <a:pPr lvl="2">
              <a:buFont typeface="Wingdings" pitchFamily="2" charset="2"/>
              <a:buChar char="ü"/>
            </a:pPr>
            <a:r>
              <a:rPr lang="en-US" sz="2800" dirty="0" smtClean="0"/>
              <a:t>Other ADC can have n bit resolution and n can be 8,10,12,16 or 24 bits. 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 smtClean="0"/>
              <a:t>If ADC has higher resolution, it gives smaller step size.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 smtClean="0"/>
              <a:t>If ADC has 8 bit resolution, input voltage span is </a:t>
            </a:r>
            <a:r>
              <a:rPr lang="en-US" sz="2800" b="1" dirty="0" smtClean="0"/>
              <a:t>0-5V</a:t>
            </a:r>
            <a:r>
              <a:rPr lang="en-US" sz="2800" dirty="0" smtClean="0"/>
              <a:t> and the step size is 19.53mV (5V/255). 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 smtClean="0"/>
              <a:t>Built-in clock generator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Pin diagram of ADC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AC49-16EF-4FE2-AFCD-22497A2D05A4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34818" name="Picture 2" descr="ADC0804 interfacing with 8051 microcontroller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5984" y="2000240"/>
            <a:ext cx="4143404" cy="379625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1142976" y="142852"/>
            <a:ext cx="7790712" cy="6105548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 smtClean="0"/>
              <a:t>CS: (Chip Select)</a:t>
            </a:r>
          </a:p>
          <a:p>
            <a:pPr>
              <a:buFont typeface="Wingdings" pitchFamily="2" charset="2"/>
              <a:buChar char="ü"/>
            </a:pPr>
            <a:r>
              <a:rPr lang="en-US" dirty="0" smtClean="0"/>
              <a:t>It is an active low pin and is used to activate ADC0804</a:t>
            </a:r>
          </a:p>
          <a:p>
            <a:pPr>
              <a:buNone/>
            </a:pPr>
            <a:endParaRPr lang="en-US" dirty="0" smtClean="0"/>
          </a:p>
          <a:p>
            <a:r>
              <a:rPr lang="en-US" b="1" dirty="0" smtClean="0"/>
              <a:t>RD: </a:t>
            </a:r>
          </a:p>
          <a:p>
            <a:pPr>
              <a:buFont typeface="Wingdings" pitchFamily="2" charset="2"/>
              <a:buChar char="ü"/>
            </a:pPr>
            <a:r>
              <a:rPr lang="en-US" dirty="0" smtClean="0"/>
              <a:t>It is an input pin and is active low. </a:t>
            </a:r>
          </a:p>
          <a:p>
            <a:pPr>
              <a:buFont typeface="Wingdings" pitchFamily="2" charset="2"/>
              <a:buChar char="ü"/>
            </a:pPr>
            <a:r>
              <a:rPr lang="en-US" dirty="0" smtClean="0"/>
              <a:t>ADC stores the result in an internal register after conversion of analog data. </a:t>
            </a:r>
          </a:p>
          <a:p>
            <a:pPr>
              <a:buFont typeface="Wingdings" pitchFamily="2" charset="2"/>
              <a:buChar char="ü"/>
            </a:pPr>
            <a:r>
              <a:rPr lang="en-US" dirty="0" smtClean="0"/>
              <a:t>This pin helps to get the data out of the ADC0804.</a:t>
            </a:r>
          </a:p>
          <a:p>
            <a:pPr>
              <a:buFont typeface="Wingdings" pitchFamily="2" charset="2"/>
              <a:buChar char="ü"/>
            </a:pPr>
            <a:r>
              <a:rPr lang="en-US" dirty="0" smtClean="0"/>
              <a:t>When CS=0, high to low pulse is given to RD pin, then digital output comes on the pins D0-D7</a:t>
            </a:r>
          </a:p>
          <a:p>
            <a:endParaRPr lang="en-US" dirty="0" smtClean="0"/>
          </a:p>
          <a:p>
            <a:r>
              <a:rPr lang="en-US" b="1" dirty="0" smtClean="0"/>
              <a:t>WR: </a:t>
            </a:r>
          </a:p>
          <a:p>
            <a:pPr>
              <a:buFont typeface="Wingdings" pitchFamily="2" charset="2"/>
              <a:buChar char="ü"/>
            </a:pPr>
            <a:r>
              <a:rPr lang="en-US" dirty="0" smtClean="0"/>
              <a:t>It is an input pin and is active low which is used to initiate the ADC to start the conversion process.</a:t>
            </a:r>
          </a:p>
          <a:p>
            <a:pPr>
              <a:buFont typeface="Wingdings" pitchFamily="2" charset="2"/>
              <a:buChar char="ü"/>
            </a:pPr>
            <a:r>
              <a:rPr lang="en-US" dirty="0" smtClean="0"/>
              <a:t>When CS=0, WR makes a low to high transition, then ADC starts the conversion process.</a:t>
            </a:r>
          </a:p>
          <a:p>
            <a:endParaRPr lang="en-US" dirty="0" smtClean="0"/>
          </a:p>
          <a:p>
            <a:r>
              <a:rPr lang="en-US" b="1" dirty="0" smtClean="0"/>
              <a:t>CLK IN: </a:t>
            </a:r>
          </a:p>
          <a:p>
            <a:pPr>
              <a:buFont typeface="Wingdings" pitchFamily="2" charset="2"/>
              <a:buChar char="ü"/>
            </a:pPr>
            <a:r>
              <a:rPr lang="en-US" dirty="0" smtClean="0"/>
              <a:t>This is an input pin which is connected to an external clock source.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AC49-16EF-4FE2-AFCD-22497A2D05A4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1538" y="142852"/>
            <a:ext cx="7862150" cy="6105548"/>
          </a:xfrm>
        </p:spPr>
        <p:txBody>
          <a:bodyPr>
            <a:normAutofit/>
          </a:bodyPr>
          <a:lstStyle/>
          <a:p>
            <a:r>
              <a:rPr lang="en-US" sz="2400" b="1" dirty="0" smtClean="0"/>
              <a:t>INTR: </a:t>
            </a:r>
          </a:p>
          <a:p>
            <a:pPr>
              <a:buNone/>
            </a:pPr>
            <a:endParaRPr lang="en-US" sz="2400" b="1" dirty="0" smtClean="0"/>
          </a:p>
          <a:p>
            <a:pPr>
              <a:buFont typeface="Wingdings" pitchFamily="2" charset="2"/>
              <a:buChar char="ü"/>
            </a:pPr>
            <a:r>
              <a:rPr lang="en-US" sz="2400" b="1" dirty="0" smtClean="0"/>
              <a:t>T</a:t>
            </a:r>
            <a:r>
              <a:rPr lang="en-US" sz="2400" dirty="0" smtClean="0"/>
              <a:t>his is an output pin and is active low. </a:t>
            </a:r>
          </a:p>
          <a:p>
            <a:pPr>
              <a:buFont typeface="Wingdings" pitchFamily="2" charset="2"/>
              <a:buChar char="ü"/>
            </a:pPr>
            <a:r>
              <a:rPr lang="en-US" sz="2400" dirty="0" smtClean="0"/>
              <a:t>When the conversion is over, this pin goes low.</a:t>
            </a:r>
          </a:p>
          <a:p>
            <a:r>
              <a:rPr lang="en-US" sz="2400" b="1" dirty="0" smtClean="0"/>
              <a:t>Vin+:              Analog Input</a:t>
            </a:r>
          </a:p>
          <a:p>
            <a:pPr>
              <a:buFont typeface="Wingdings" pitchFamily="2" charset="2"/>
              <a:buChar char="ü"/>
            </a:pPr>
            <a:r>
              <a:rPr lang="en-US" sz="2400" dirty="0" smtClean="0"/>
              <a:t>Analog input to ADC.</a:t>
            </a:r>
          </a:p>
          <a:p>
            <a:r>
              <a:rPr lang="en-US" sz="2400" b="1" dirty="0" smtClean="0"/>
              <a:t>Vin-:               Analog Input.</a:t>
            </a:r>
          </a:p>
          <a:p>
            <a:pPr>
              <a:buFont typeface="Wingdings" pitchFamily="2" charset="2"/>
              <a:buChar char="ü"/>
            </a:pPr>
            <a:r>
              <a:rPr lang="en-US" sz="2400" dirty="0" smtClean="0"/>
              <a:t>Analog input connected to ground.</a:t>
            </a:r>
          </a:p>
          <a:p>
            <a:r>
              <a:rPr lang="en-US" sz="2400" b="1" dirty="0" smtClean="0"/>
              <a:t>AGND:           Analog Ground</a:t>
            </a:r>
          </a:p>
          <a:p>
            <a:pPr>
              <a:buFont typeface="Wingdings" pitchFamily="2" charset="2"/>
              <a:buChar char="ü"/>
            </a:pPr>
            <a:r>
              <a:rPr lang="en-US" sz="2400" dirty="0" smtClean="0"/>
              <a:t>Connected to ground.</a:t>
            </a:r>
          </a:p>
          <a:p>
            <a:r>
              <a:rPr lang="en-US" sz="2400" b="1" dirty="0" err="1" smtClean="0"/>
              <a:t>Vref</a:t>
            </a:r>
            <a:r>
              <a:rPr lang="en-US" sz="2400" b="1" dirty="0" smtClean="0"/>
              <a:t>/2:            Reference Voltage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Used to set the reference voltage. Default reference voltage is 5V when not connected. Step size can be reduced by using this pin.</a:t>
            </a:r>
          </a:p>
          <a:p>
            <a:pPr algn="just">
              <a:buNone/>
            </a:pPr>
            <a:endParaRPr lang="en-US" sz="2400" dirty="0" smtClean="0">
              <a:solidFill>
                <a:srgbClr val="C00000"/>
              </a:solidFill>
            </a:endParaRPr>
          </a:p>
          <a:p>
            <a:pPr algn="just">
              <a:buFont typeface="Wingdings" pitchFamily="2" charset="2"/>
              <a:buChar char="ü"/>
            </a:pPr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AC49-16EF-4FE2-AFCD-22497A2D05A4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1538" y="142852"/>
            <a:ext cx="8072462" cy="6572296"/>
          </a:xfrm>
        </p:spPr>
        <p:txBody>
          <a:bodyPr>
            <a:normAutofit/>
          </a:bodyPr>
          <a:lstStyle/>
          <a:p>
            <a:r>
              <a:rPr lang="en-US" sz="2000" b="1" dirty="0" smtClean="0"/>
              <a:t>DGND:           Digital Ground</a:t>
            </a:r>
          </a:p>
          <a:p>
            <a:endParaRPr lang="en-US" sz="2000" b="1" dirty="0" smtClean="0"/>
          </a:p>
          <a:p>
            <a:pPr>
              <a:buFont typeface="Wingdings" pitchFamily="2" charset="2"/>
              <a:buChar char="ü"/>
            </a:pPr>
            <a:r>
              <a:rPr lang="en-US" sz="2000" dirty="0" smtClean="0"/>
              <a:t>Connected to ground.</a:t>
            </a:r>
          </a:p>
          <a:p>
            <a:pPr>
              <a:buFont typeface="Wingdings" pitchFamily="2" charset="2"/>
              <a:buChar char="ü"/>
            </a:pPr>
            <a:endParaRPr lang="en-US" sz="2000" dirty="0" smtClean="0"/>
          </a:p>
          <a:p>
            <a:r>
              <a:rPr lang="en-US" sz="2000" b="1" dirty="0" smtClean="0"/>
              <a:t>D7-D0:            Output Data Bits</a:t>
            </a:r>
          </a:p>
          <a:p>
            <a:endParaRPr lang="en-US" sz="2000" dirty="0" smtClean="0"/>
          </a:p>
          <a:p>
            <a:pPr>
              <a:buFont typeface="Wingdings" pitchFamily="2" charset="2"/>
              <a:buChar char="ü"/>
            </a:pPr>
            <a:r>
              <a:rPr lang="en-US" sz="2000" dirty="0" smtClean="0"/>
              <a:t>Output bits of binary data.</a:t>
            </a:r>
          </a:p>
          <a:p>
            <a:pPr>
              <a:buFont typeface="Wingdings" pitchFamily="2" charset="2"/>
              <a:buChar char="ü"/>
            </a:pPr>
            <a:endParaRPr lang="en-US" sz="2000" dirty="0" smtClean="0"/>
          </a:p>
          <a:p>
            <a:r>
              <a:rPr lang="en-US" sz="2000" b="1" dirty="0" smtClean="0"/>
              <a:t>CLKR:           Clock Reset</a:t>
            </a:r>
          </a:p>
          <a:p>
            <a:endParaRPr lang="en-US" sz="2000" b="1" dirty="0" smtClean="0"/>
          </a:p>
          <a:p>
            <a:pPr>
              <a:buFont typeface="Wingdings" pitchFamily="2" charset="2"/>
              <a:buChar char="ü"/>
            </a:pPr>
            <a:r>
              <a:rPr lang="en-US" sz="2000" dirty="0" smtClean="0"/>
              <a:t>To reset the clock.</a:t>
            </a:r>
          </a:p>
          <a:p>
            <a:pPr>
              <a:buFont typeface="Wingdings" pitchFamily="2" charset="2"/>
              <a:buChar char="ü"/>
            </a:pPr>
            <a:endParaRPr lang="en-US" sz="2000" dirty="0" smtClean="0"/>
          </a:p>
          <a:p>
            <a:r>
              <a:rPr lang="en-US" sz="2000" b="1" dirty="0" err="1" smtClean="0"/>
              <a:t>Vcc</a:t>
            </a:r>
            <a:r>
              <a:rPr lang="en-US" sz="2000" b="1" dirty="0" smtClean="0"/>
              <a:t>:                Positive Supply</a:t>
            </a:r>
          </a:p>
          <a:p>
            <a:endParaRPr lang="en-US" sz="2000" b="1" dirty="0" smtClean="0"/>
          </a:p>
          <a:p>
            <a:pPr>
              <a:buFont typeface="Wingdings" pitchFamily="2" charset="2"/>
              <a:buChar char="ü"/>
            </a:pPr>
            <a:r>
              <a:rPr lang="en-US" sz="2000" dirty="0" smtClean="0"/>
              <a:t>Power supply of ADC.</a:t>
            </a:r>
          </a:p>
          <a:p>
            <a:pPr>
              <a:buNone/>
            </a:pPr>
            <a:endParaRPr lang="en-US" sz="20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AC49-16EF-4FE2-AFCD-22497A2D05A4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AC49-16EF-4FE2-AFCD-22497A2D05A4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39938" name="Picture 2" descr="https://player.slideplayer.com/46/11642808/data/images/img7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57290" y="1785926"/>
            <a:ext cx="4857784" cy="2878041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1857356" y="500042"/>
            <a:ext cx="2883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Parallel  ADC Block Diagram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071538" y="0"/>
            <a:ext cx="7862150" cy="6248400"/>
          </a:xfrm>
        </p:spPr>
        <p:txBody>
          <a:bodyPr>
            <a:normAutofit/>
          </a:bodyPr>
          <a:lstStyle/>
          <a:p>
            <a:pPr algn="just" fontAlgn="base">
              <a:buNone/>
            </a:pPr>
            <a:r>
              <a:rPr lang="en-US" b="1" dirty="0" smtClean="0"/>
              <a:t>Steps for converting the analogue input  and reading the output from ADC0804.</a:t>
            </a:r>
          </a:p>
          <a:p>
            <a:pPr algn="just" fontAlgn="base"/>
            <a:r>
              <a:rPr lang="en-US" sz="2600" dirty="0" smtClean="0"/>
              <a:t>Make CS=0 and send a low to high pulse to WR pin to start the conversion.</a:t>
            </a:r>
          </a:p>
          <a:p>
            <a:pPr algn="just" fontAlgn="base"/>
            <a:r>
              <a:rPr lang="en-US" sz="2600" dirty="0" smtClean="0"/>
              <a:t>Now keep checking the INTR pin.  INTR will be 1 if conversion is not finished and INTR will be 0 if conversion is finished.</a:t>
            </a:r>
          </a:p>
          <a:p>
            <a:pPr algn="just" fontAlgn="base"/>
            <a:r>
              <a:rPr lang="en-US" sz="2600" dirty="0" smtClean="0"/>
              <a:t>If conversion is not finished (INTR=1) , poll until it is finished.</a:t>
            </a:r>
          </a:p>
          <a:p>
            <a:pPr algn="just" fontAlgn="base"/>
            <a:r>
              <a:rPr lang="en-US" sz="2600" dirty="0" smtClean="0"/>
              <a:t>If conversion is finished (INTR=0), go to the next step.</a:t>
            </a:r>
          </a:p>
          <a:p>
            <a:pPr algn="just" fontAlgn="base"/>
            <a:r>
              <a:rPr lang="en-US" sz="2600" dirty="0" smtClean="0"/>
              <a:t>Make CS=0 and send a high to low pulse to RD pin to read the data from the ADC.</a:t>
            </a:r>
          </a:p>
          <a:p>
            <a:pPr algn="just">
              <a:buNone/>
            </a:pP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AC49-16EF-4FE2-AFCD-22497A2D05A4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AC49-16EF-4FE2-AFCD-22497A2D05A4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40963" name="Picture 3" descr="V:\vssut\mpmc\ADC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85852" y="285728"/>
            <a:ext cx="7350155" cy="553927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6997</TotalTime>
  <Words>138</Words>
  <Application>Microsoft Office PowerPoint</Application>
  <PresentationFormat>On-screen Show (4:3)</PresentationFormat>
  <Paragraphs>87</Paragraphs>
  <Slides>11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Solstice</vt:lpstr>
      <vt:lpstr>Slide 1</vt:lpstr>
      <vt:lpstr>Analog to Digital Converter(ADC)</vt:lpstr>
      <vt:lpstr>Slide 3</vt:lpstr>
      <vt:lpstr>Slide 4</vt:lpstr>
      <vt:lpstr>Pin diagram of ADC</vt:lpstr>
      <vt:lpstr>Slide 6</vt:lpstr>
      <vt:lpstr>Slide 7</vt:lpstr>
      <vt:lpstr>Slide 8</vt:lpstr>
      <vt:lpstr>Slide 9</vt:lpstr>
      <vt:lpstr>Slide 10</vt:lpstr>
      <vt:lpstr>Slide 11</vt:lpstr>
    </vt:vector>
  </TitlesOfParts>
  <Company>Tata Steel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Kshiramani</dc:creator>
  <cp:lastModifiedBy>Kshiramani</cp:lastModifiedBy>
  <cp:revision>323</cp:revision>
  <dcterms:created xsi:type="dcterms:W3CDTF">2020-09-19T06:55:40Z</dcterms:created>
  <dcterms:modified xsi:type="dcterms:W3CDTF">2020-12-28T12:50:32Z</dcterms:modified>
</cp:coreProperties>
</file>