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0" r:id="rId2"/>
    <p:sldId id="262" r:id="rId3"/>
    <p:sldId id="263" r:id="rId4"/>
    <p:sldId id="264" r:id="rId5"/>
    <p:sldId id="265" r:id="rId6"/>
    <p:sldId id="266" r:id="rId7"/>
    <p:sldId id="267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234E5-8504-4330-A12E-6C3403FD2A40}" type="datetimeFigureOut">
              <a:rPr lang="en-US" smtClean="0"/>
              <a:pPr/>
              <a:t>11/17/2020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6E43D-C79D-4B39-8257-5EC2E1B8C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6E43D-C79D-4B39-8257-5EC2E1B8CD3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6E43D-C79D-4B39-8257-5EC2E1B8CD37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DAEB126-6801-43E9-A8B3-58C9D3168E6A}" type="datetime1">
              <a:rPr lang="en-US" smtClean="0"/>
              <a:pPr/>
              <a:t>11/17/2020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02DACB8-3BA7-4002-A7AD-C8647D9CA189}" type="datetime1">
              <a:rPr lang="en-US" smtClean="0"/>
              <a:pPr/>
              <a:t>11/17/2020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4AFFFE-839E-42EF-84DD-E0158050FE0F}" type="datetime1">
              <a:rPr lang="en-US" smtClean="0"/>
              <a:pPr/>
              <a:t>11/17/2020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4810B4C-547F-478A-B83B-708C38DE0944}" type="datetime1">
              <a:rPr lang="en-US" smtClean="0"/>
              <a:pPr/>
              <a:t>11/17/2020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D17806-C4D3-4254-B953-9105470292AE}" type="datetime1">
              <a:rPr lang="en-US" smtClean="0"/>
              <a:pPr/>
              <a:t>11/17/2020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6C25880-1A7D-4DEC-B8C2-E79257111B40}" type="datetime1">
              <a:rPr lang="en-US" smtClean="0"/>
              <a:pPr/>
              <a:t>11/17/2020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C967D1-DF5F-467A-BE56-518076760F03}" type="datetime1">
              <a:rPr lang="en-US" smtClean="0"/>
              <a:pPr/>
              <a:t>11/17/2020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1CB778D-2364-4912-8698-387B4C1FC6AB}" type="datetime1">
              <a:rPr lang="en-US" smtClean="0"/>
              <a:pPr/>
              <a:t>11/17/2020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62B2C2-EBA0-4DCA-9606-A50885129859}" type="datetime1">
              <a:rPr lang="en-US" smtClean="0"/>
              <a:pPr/>
              <a:t>11/17/2020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FD5C6E7-F489-4D87-9858-1BB05BD8AF4C}" type="datetime1">
              <a:rPr lang="en-US" smtClean="0"/>
              <a:pPr/>
              <a:t>11/17/2020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076317-255B-493D-A1FF-EBE9A398B387}" type="datetime1">
              <a:rPr lang="en-US" smtClean="0"/>
              <a:pPr/>
              <a:t>11/17/2020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6D59FB09-536B-4489-9409-02A247E91D00}" type="datetime1">
              <a:rPr lang="en-US" smtClean="0"/>
              <a:pPr/>
              <a:t>11/17/2020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71472" y="1714488"/>
            <a:ext cx="8153400" cy="3992563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6000" dirty="0" smtClean="0">
              <a:latin typeface="Bernard MT Condensed" pitchFamily="18" charset="0"/>
            </a:endParaRPr>
          </a:p>
          <a:p>
            <a:pPr algn="ctr">
              <a:buNone/>
            </a:pPr>
            <a:r>
              <a:rPr lang="en-US" sz="6000" dirty="0" smtClean="0">
                <a:latin typeface="Bernard MT Condensed" pitchFamily="18" charset="0"/>
              </a:rPr>
              <a:t>8086 Addressing Modes</a:t>
            </a:r>
            <a:endParaRPr lang="en-US" sz="6000" dirty="0">
              <a:latin typeface="Bernard MT Condense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1000100" y="642918"/>
            <a:ext cx="4214842" cy="5544522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 Register group(AX,BX,CX,DX)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Segment Register group(CS,DS,SS,ES)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Pointer and Index Register group(SP,BP,SI,DI)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Instruction pointer(IP)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Flag Register</a:t>
            </a:r>
          </a:p>
          <a:p>
            <a:pPr>
              <a:buFont typeface="Wingdings" pitchFamily="2" charset="2"/>
              <a:buChar char="q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027" name="Picture 3" descr="V:\vssut\mpmc\8086 registers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286380" y="642918"/>
            <a:ext cx="3375453" cy="5715040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2714612" y="0"/>
            <a:ext cx="2928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8086 Register Set</a:t>
            </a: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142852"/>
            <a:ext cx="7862150" cy="6105548"/>
          </a:xfrm>
        </p:spPr>
        <p:txBody>
          <a:bodyPr/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various formats/ways for specifying operands in the instruction are called addressing modes.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8086 has the following </a:t>
            </a: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eight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types of addressing: 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   </a:t>
            </a:r>
            <a:r>
              <a:rPr lang="en-US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1. Immediate Addressing Mode</a:t>
            </a:r>
            <a:br>
              <a:rPr lang="en-US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2. Direct Addressing Mode</a:t>
            </a:r>
            <a:br>
              <a:rPr lang="en-US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3. Register Addressing Mode</a:t>
            </a:r>
            <a:br>
              <a:rPr lang="en-US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 Register Indirect Addressing Mode</a:t>
            </a:r>
            <a:br>
              <a:rPr lang="en-US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en-US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Based Plus Index Addressing Mode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6</a:t>
            </a:r>
            <a:r>
              <a:rPr lang="en-US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Register Relative Addressing Mode</a:t>
            </a:r>
            <a:r>
              <a:rPr lang="en-US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7. Based </a:t>
            </a:r>
            <a:r>
              <a:rPr lang="en-US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Plus Index Register Relative Addressing Mode</a:t>
            </a:r>
            <a:r>
              <a:rPr lang="en-US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8. </a:t>
            </a:r>
            <a:r>
              <a:rPr lang="en-US" sz="24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String Addressing Mode</a:t>
            </a:r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142852"/>
            <a:ext cx="7929618" cy="6715172"/>
          </a:xfrm>
        </p:spPr>
        <p:txBody>
          <a:bodyPr>
            <a:normAutofit/>
          </a:bodyPr>
          <a:lstStyle/>
          <a:p>
            <a:pPr marL="539496" indent="-457200">
              <a:buFont typeface="Wingdings" pitchFamily="2" charset="2"/>
              <a:buChar char="q"/>
            </a:pP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Immediate addressing</a:t>
            </a:r>
          </a:p>
          <a:p>
            <a:pPr marL="539496" indent="-457200"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One of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operand is included in the instruction itself.</a:t>
            </a:r>
          </a:p>
          <a:p>
            <a:pPr marL="539496" indent="-45720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Ex: MOV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AX,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0020H  (The operand(0020H) is stored in the register(AX))</a:t>
            </a:r>
          </a:p>
          <a:p>
            <a:pPr marL="539496" indent="-45720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ADD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CX,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2387H</a:t>
            </a:r>
          </a:p>
          <a:p>
            <a:pPr>
              <a:buFont typeface="Wingdings" pitchFamily="2" charset="2"/>
              <a:buChar char="q"/>
            </a:pP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Register </a:t>
            </a: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Addressing Mode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/>
              <a:t>Register Addressing Mode the data is stored in a register and it is referred using the particular register.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Ex:</a:t>
            </a:r>
            <a:r>
              <a:rPr lang="en-US" sz="2000" dirty="0" smtClean="0"/>
              <a:t>  MOV </a:t>
            </a:r>
            <a:r>
              <a:rPr lang="en-US" sz="2000" dirty="0" smtClean="0"/>
              <a:t>AX, </a:t>
            </a:r>
            <a:r>
              <a:rPr lang="en-US" sz="2000" dirty="0" smtClean="0"/>
              <a:t>BX (copies the contents of the 16-bit BX register into ; the 16-bit AX register</a:t>
            </a:r>
            <a:r>
              <a:rPr lang="en-US" sz="2000" dirty="0" smtClean="0"/>
              <a:t>)</a:t>
            </a:r>
          </a:p>
          <a:p>
            <a:pPr marL="539496" indent="-457200">
              <a:buFont typeface="Wingdings" pitchFamily="2" charset="2"/>
              <a:buChar char="q"/>
            </a:pP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Direct Addressing Mode </a:t>
            </a:r>
          </a:p>
          <a:p>
            <a:pPr marL="539496" indent="-457200"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the direct addressing mode, a 16-bit memory address (offset) is directly specified in the instruction as a part of it.</a:t>
            </a:r>
          </a:p>
          <a:p>
            <a:pPr marL="539496" indent="-45720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Ex: MOV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[3624H], DX</a:t>
            </a:r>
          </a:p>
          <a:p>
            <a:pPr marL="539496" indent="-45720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-It copies the contents of DX register into the location calculated from Data Segment Register and offset 3624H</a:t>
            </a:r>
          </a:p>
          <a:p>
            <a:pPr marL="539496" indent="-45720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539496" indent="-457200"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1928794" y="5929330"/>
          <a:ext cx="3071834" cy="346122"/>
        </p:xfrm>
        <a:graphic>
          <a:graphicData uri="http://schemas.openxmlformats.org/presentationml/2006/ole">
            <p:oleObj spid="_x0000_s6146" name="Equation" r:id="rId3" imgW="1803240" imgH="203040" progId="Equation.3">
              <p:embed/>
            </p:oleObj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714480" y="6286520"/>
          <a:ext cx="3817464" cy="357190"/>
        </p:xfrm>
        <a:graphic>
          <a:graphicData uri="http://schemas.openxmlformats.org/presentationml/2006/ole">
            <p:oleObj spid="_x0000_s6147" name="Equation" r:id="rId4" imgW="2171520" imgH="203040" progId="Equation.3">
              <p:embed/>
            </p:oleObj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976" y="142852"/>
            <a:ext cx="7790712" cy="65722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Ex:  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AL,(3030H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-OR the contents of AL register with the contents of memory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locaion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calculated from DS register and offset 3030H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Register </a:t>
            </a: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Indirect Addressing Mode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this Addressing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Mode, the offset is specified through pointer register or index register.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index register SI and DI register may be used.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pointer register, BX(Base Register) or BP(Base Pointer) may be used.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ADD CX, [BX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Here data is present in a memory location in DS whose offset address is in BX.</a:t>
            </a:r>
          </a:p>
          <a:p>
            <a:pPr>
              <a:buFont typeface="Wingdings" pitchFamily="2" charset="2"/>
              <a:buChar char="q"/>
            </a:pP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Based </a:t>
            </a: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Plus Index Addressing </a:t>
            </a: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Mode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type of addressing mode is used when an array of data is to be accessed.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the extension of Register Indirect Addressing Mode.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BP/BX and SI/DI are used to indirectly address the memory 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976" y="142852"/>
            <a:ext cx="7858180" cy="65722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Ex: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MOV (BX+DI),AL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-BX contains the offset to address the location of the beginning of the array.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Register Relative Addressing Mode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Similar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Base Plus indexing addressing mode.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offset is calculated using either BP/BX or SI/DI and the displacement specified as an 8-bit or 16-bit number as part of the instruction.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MOV AX, (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DI+06)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285852" y="1142985"/>
          <a:ext cx="3571900" cy="330349"/>
        </p:xfrm>
        <a:graphic>
          <a:graphicData uri="http://schemas.openxmlformats.org/presentationml/2006/ole">
            <p:oleObj spid="_x0000_s7170" name="Equation" r:id="rId3" imgW="2197080" imgH="203040" progId="Equation.3">
              <p:embed/>
            </p:oleObj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571604" y="3786190"/>
          <a:ext cx="3508866" cy="714380"/>
        </p:xfrm>
        <a:graphic>
          <a:graphicData uri="http://schemas.openxmlformats.org/presentationml/2006/ole">
            <p:oleObj spid="_x0000_s7171" name="Equation" r:id="rId4" imgW="212076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976" y="285728"/>
            <a:ext cx="7790712" cy="5962672"/>
          </a:xfrm>
        </p:spPr>
        <p:txBody>
          <a:bodyPr/>
          <a:lstStyle/>
          <a:p>
            <a:pPr>
              <a:buNone/>
            </a:pP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Base Plus Index  Register Relative Addressing Mode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Combination of Base plus Index Register Addressing and Register Relative Addressing mode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Ex: MOV(BX+DI+2), CL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/>
          </a:p>
          <a:p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String Addressing Mode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Apart from segment registers, the index registers SI and DI are used.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357289" y="2071678"/>
          <a:ext cx="5170325" cy="428628"/>
        </p:xfrm>
        <a:graphic>
          <a:graphicData uri="http://schemas.openxmlformats.org/presentationml/2006/ole">
            <p:oleObj spid="_x0000_s8194" name="Equation" r:id="rId3" imgW="2450880" imgH="203040" progId="Equation.3">
              <p:embed/>
            </p:oleObj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2225</TotalTime>
  <Words>312</Words>
  <Application>Microsoft Office PowerPoint</Application>
  <PresentationFormat>On-screen Show (4:3)</PresentationFormat>
  <Paragraphs>62</Paragraphs>
  <Slides>7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Solstice</vt:lpstr>
      <vt:lpstr>Microsoft Equation 3.0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Tata Steel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Kshiramani</dc:creator>
  <cp:lastModifiedBy>Kshiramani</cp:lastModifiedBy>
  <cp:revision>103</cp:revision>
  <dcterms:created xsi:type="dcterms:W3CDTF">2020-09-19T06:55:40Z</dcterms:created>
  <dcterms:modified xsi:type="dcterms:W3CDTF">2020-11-17T06:05:39Z</dcterms:modified>
</cp:coreProperties>
</file>