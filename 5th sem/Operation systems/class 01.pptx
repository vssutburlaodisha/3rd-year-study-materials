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2" r:id="rId1"/>
  </p:sldMasterIdLst>
  <p:notesMasterIdLst>
    <p:notesMasterId r:id="rId10"/>
  </p:notesMasterIdLst>
  <p:sldIdLst>
    <p:sldId id="256" r:id="rId2"/>
    <p:sldId id="282" r:id="rId3"/>
    <p:sldId id="274" r:id="rId4"/>
    <p:sldId id="275" r:id="rId5"/>
    <p:sldId id="277" r:id="rId6"/>
    <p:sldId id="283" r:id="rId7"/>
    <p:sldId id="285" r:id="rId8"/>
    <p:sldId id="286"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5" d="100"/>
          <a:sy n="65" d="100"/>
        </p:scale>
        <p:origin x="700" y="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844FB55-1294-4048-801F-6DC3D069A730}" type="datetimeFigureOut">
              <a:rPr lang="en-IN" smtClean="0"/>
              <a:t>14-09-2020</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3CC48C5-9C5E-4482-9CE9-5C992718397C}" type="slidenum">
              <a:rPr lang="en-IN" smtClean="0"/>
              <a:t>‹#›</a:t>
            </a:fld>
            <a:endParaRPr lang="en-IN"/>
          </a:p>
        </p:txBody>
      </p:sp>
    </p:spTree>
    <p:extLst>
      <p:ext uri="{BB962C8B-B14F-4D97-AF65-F5344CB8AC3E}">
        <p14:creationId xmlns:p14="http://schemas.microsoft.com/office/powerpoint/2010/main" val="40869059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44034" name="Google Shape;199;p12:notes">
            <a:extLst>
              <a:ext uri="{FF2B5EF4-FFF2-40B4-BE49-F238E27FC236}">
                <a16:creationId xmlns:a16="http://schemas.microsoft.com/office/drawing/2014/main" id="{CBFBC7EB-817E-4F46-86BA-522BB76AD97B}"/>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SzPts val="1400"/>
            </a:pPr>
            <a:endParaRPr lang="en-US" altLang="en-US" sz="1800">
              <a:latin typeface="Arial" panose="020B0604020202020204" pitchFamily="34" charset="0"/>
              <a:cs typeface="Arial" panose="020B0604020202020204" pitchFamily="34" charset="0"/>
            </a:endParaRPr>
          </a:p>
        </p:txBody>
      </p:sp>
      <p:sp>
        <p:nvSpPr>
          <p:cNvPr id="44035" name="Google Shape;200;p12:notes">
            <a:extLst>
              <a:ext uri="{FF2B5EF4-FFF2-40B4-BE49-F238E27FC236}">
                <a16:creationId xmlns:a16="http://schemas.microsoft.com/office/drawing/2014/main" id="{522A65DA-B677-4FDE-A2B9-C3D085F379A0}"/>
              </a:ext>
            </a:extLst>
          </p:cNvPr>
          <p:cNvSpPr>
            <a:spLocks noGrp="1" noRot="1" noChangeAspect="1" noTextEdit="1"/>
          </p:cNvSpPr>
          <p:nvPr>
            <p:ph type="sldImg" idx="2"/>
          </p:nvPr>
        </p:nvSpPr>
        <p:spPr>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78DF2F-9482-4CA6-BB3D-7249CE2C57B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A5A01E9C-6280-43C2-8770-4BF060D86A8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2545F66-AE6C-41ED-BE50-58FFBB9A509E}"/>
              </a:ext>
            </a:extLst>
          </p:cNvPr>
          <p:cNvSpPr>
            <a:spLocks noGrp="1"/>
          </p:cNvSpPr>
          <p:nvPr>
            <p:ph type="dt" sz="half" idx="10"/>
          </p:nvPr>
        </p:nvSpPr>
        <p:spPr>
          <a:xfrm>
            <a:off x="838200" y="6356350"/>
            <a:ext cx="2743200" cy="365125"/>
          </a:xfrm>
          <a:prstGeom prst="rect">
            <a:avLst/>
          </a:prstGeom>
        </p:spPr>
        <p:txBody>
          <a:bodyPr/>
          <a:lstStyle/>
          <a:p>
            <a:fld id="{FBAF6DC8-9821-4874-9056-E1A5BE50A727}" type="datetime1">
              <a:rPr lang="en-IN" smtClean="0"/>
              <a:t>14-09-2020</a:t>
            </a:fld>
            <a:endParaRPr lang="en-IN"/>
          </a:p>
        </p:txBody>
      </p:sp>
      <p:sp>
        <p:nvSpPr>
          <p:cNvPr id="5" name="Footer Placeholder 4">
            <a:extLst>
              <a:ext uri="{FF2B5EF4-FFF2-40B4-BE49-F238E27FC236}">
                <a16:creationId xmlns:a16="http://schemas.microsoft.com/office/drawing/2014/main" id="{B5D68E0B-7DC5-4B3C-BE1D-255C2BED3EBC}"/>
              </a:ext>
            </a:extLst>
          </p:cNvPr>
          <p:cNvSpPr>
            <a:spLocks noGrp="1"/>
          </p:cNvSpPr>
          <p:nvPr>
            <p:ph type="ftr" sz="quarter" idx="11"/>
          </p:nvPr>
        </p:nvSpPr>
        <p:spPr/>
        <p:txBody>
          <a:bodyPr/>
          <a:lstStyle/>
          <a:p>
            <a:r>
              <a:rPr lang="en-IN"/>
              <a:t>Real Time Operating System</a:t>
            </a:r>
          </a:p>
        </p:txBody>
      </p:sp>
      <p:sp>
        <p:nvSpPr>
          <p:cNvPr id="6" name="Slide Number Placeholder 5">
            <a:extLst>
              <a:ext uri="{FF2B5EF4-FFF2-40B4-BE49-F238E27FC236}">
                <a16:creationId xmlns:a16="http://schemas.microsoft.com/office/drawing/2014/main" id="{89CCFE11-5FC2-4C3F-AD92-5A27412889B0}"/>
              </a:ext>
            </a:extLst>
          </p:cNvPr>
          <p:cNvSpPr>
            <a:spLocks noGrp="1"/>
          </p:cNvSpPr>
          <p:nvPr>
            <p:ph type="sldNum" sz="quarter" idx="12"/>
          </p:nvPr>
        </p:nvSpPr>
        <p:spPr/>
        <p:txBody>
          <a:bodyPr/>
          <a:lstStyle/>
          <a:p>
            <a:fld id="{993AAAE0-D325-4093-A965-E5AD5CAB5AD6}" type="slidenum">
              <a:rPr lang="en-IN" smtClean="0"/>
              <a:t>‹#›</a:t>
            </a:fld>
            <a:endParaRPr lang="en-IN"/>
          </a:p>
        </p:txBody>
      </p:sp>
    </p:spTree>
    <p:extLst>
      <p:ext uri="{BB962C8B-B14F-4D97-AF65-F5344CB8AC3E}">
        <p14:creationId xmlns:p14="http://schemas.microsoft.com/office/powerpoint/2010/main" val="17468725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E718A5-F6CE-4847-AB69-A908E01336E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1658FE1-F4FB-409F-8988-A64C1B23674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84AC644-9D62-472C-B1B9-F5C4B4DAD605}"/>
              </a:ext>
            </a:extLst>
          </p:cNvPr>
          <p:cNvSpPr>
            <a:spLocks noGrp="1"/>
          </p:cNvSpPr>
          <p:nvPr>
            <p:ph type="dt" sz="half" idx="10"/>
          </p:nvPr>
        </p:nvSpPr>
        <p:spPr>
          <a:xfrm>
            <a:off x="838200" y="6356350"/>
            <a:ext cx="2743200" cy="365125"/>
          </a:xfrm>
          <a:prstGeom prst="rect">
            <a:avLst/>
          </a:prstGeom>
        </p:spPr>
        <p:txBody>
          <a:bodyPr/>
          <a:lstStyle/>
          <a:p>
            <a:fld id="{3B839004-DFB8-4A2D-B78D-486619B82CB3}" type="datetime1">
              <a:rPr lang="en-IN" smtClean="0"/>
              <a:t>14-09-2020</a:t>
            </a:fld>
            <a:endParaRPr lang="en-IN"/>
          </a:p>
        </p:txBody>
      </p:sp>
      <p:sp>
        <p:nvSpPr>
          <p:cNvPr id="5" name="Footer Placeholder 4">
            <a:extLst>
              <a:ext uri="{FF2B5EF4-FFF2-40B4-BE49-F238E27FC236}">
                <a16:creationId xmlns:a16="http://schemas.microsoft.com/office/drawing/2014/main" id="{555E9DAD-FCC1-4785-9828-6BE1E25E2781}"/>
              </a:ext>
            </a:extLst>
          </p:cNvPr>
          <p:cNvSpPr>
            <a:spLocks noGrp="1"/>
          </p:cNvSpPr>
          <p:nvPr>
            <p:ph type="ftr" sz="quarter" idx="11"/>
          </p:nvPr>
        </p:nvSpPr>
        <p:spPr/>
        <p:txBody>
          <a:bodyPr/>
          <a:lstStyle/>
          <a:p>
            <a:r>
              <a:rPr lang="en-IN"/>
              <a:t>Real Time Operating System</a:t>
            </a:r>
          </a:p>
        </p:txBody>
      </p:sp>
      <p:sp>
        <p:nvSpPr>
          <p:cNvPr id="6" name="Slide Number Placeholder 5">
            <a:extLst>
              <a:ext uri="{FF2B5EF4-FFF2-40B4-BE49-F238E27FC236}">
                <a16:creationId xmlns:a16="http://schemas.microsoft.com/office/drawing/2014/main" id="{2E6B7042-9B18-4088-8F65-853BF1CA1AAE}"/>
              </a:ext>
            </a:extLst>
          </p:cNvPr>
          <p:cNvSpPr>
            <a:spLocks noGrp="1"/>
          </p:cNvSpPr>
          <p:nvPr>
            <p:ph type="sldNum" sz="quarter" idx="12"/>
          </p:nvPr>
        </p:nvSpPr>
        <p:spPr/>
        <p:txBody>
          <a:bodyPr/>
          <a:lstStyle/>
          <a:p>
            <a:fld id="{993AAAE0-D325-4093-A965-E5AD5CAB5AD6}" type="slidenum">
              <a:rPr lang="en-IN" smtClean="0"/>
              <a:t>‹#›</a:t>
            </a:fld>
            <a:endParaRPr lang="en-IN"/>
          </a:p>
        </p:txBody>
      </p:sp>
    </p:spTree>
    <p:extLst>
      <p:ext uri="{BB962C8B-B14F-4D97-AF65-F5344CB8AC3E}">
        <p14:creationId xmlns:p14="http://schemas.microsoft.com/office/powerpoint/2010/main" val="24537762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790A85-2BEF-4467-971E-334C20097A8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727E760F-FBEC-4D36-B49C-D86BC54F4F2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439C76A-66D8-42C4-A3C4-71879B609809}"/>
              </a:ext>
            </a:extLst>
          </p:cNvPr>
          <p:cNvSpPr>
            <a:spLocks noGrp="1"/>
          </p:cNvSpPr>
          <p:nvPr>
            <p:ph type="dt" sz="half" idx="10"/>
          </p:nvPr>
        </p:nvSpPr>
        <p:spPr>
          <a:xfrm>
            <a:off x="838200" y="6356350"/>
            <a:ext cx="2743200" cy="365125"/>
          </a:xfrm>
          <a:prstGeom prst="rect">
            <a:avLst/>
          </a:prstGeom>
        </p:spPr>
        <p:txBody>
          <a:bodyPr/>
          <a:lstStyle/>
          <a:p>
            <a:fld id="{7B6CF209-FBD0-4AF9-8AE1-2E96E0972D9A}" type="datetime1">
              <a:rPr lang="en-IN" smtClean="0"/>
              <a:t>14-09-2020</a:t>
            </a:fld>
            <a:endParaRPr lang="en-IN"/>
          </a:p>
        </p:txBody>
      </p:sp>
      <p:sp>
        <p:nvSpPr>
          <p:cNvPr id="5" name="Footer Placeholder 4">
            <a:extLst>
              <a:ext uri="{FF2B5EF4-FFF2-40B4-BE49-F238E27FC236}">
                <a16:creationId xmlns:a16="http://schemas.microsoft.com/office/drawing/2014/main" id="{8CE5595C-7907-4DE6-913B-DFE4C178F704}"/>
              </a:ext>
            </a:extLst>
          </p:cNvPr>
          <p:cNvSpPr>
            <a:spLocks noGrp="1"/>
          </p:cNvSpPr>
          <p:nvPr>
            <p:ph type="ftr" sz="quarter" idx="11"/>
          </p:nvPr>
        </p:nvSpPr>
        <p:spPr/>
        <p:txBody>
          <a:bodyPr/>
          <a:lstStyle/>
          <a:p>
            <a:r>
              <a:rPr lang="en-IN"/>
              <a:t>Real Time Operating System</a:t>
            </a:r>
          </a:p>
        </p:txBody>
      </p:sp>
      <p:sp>
        <p:nvSpPr>
          <p:cNvPr id="6" name="Slide Number Placeholder 5">
            <a:extLst>
              <a:ext uri="{FF2B5EF4-FFF2-40B4-BE49-F238E27FC236}">
                <a16:creationId xmlns:a16="http://schemas.microsoft.com/office/drawing/2014/main" id="{81365275-F875-42DC-8136-A529FB2E9572}"/>
              </a:ext>
            </a:extLst>
          </p:cNvPr>
          <p:cNvSpPr>
            <a:spLocks noGrp="1"/>
          </p:cNvSpPr>
          <p:nvPr>
            <p:ph type="sldNum" sz="quarter" idx="12"/>
          </p:nvPr>
        </p:nvSpPr>
        <p:spPr/>
        <p:txBody>
          <a:bodyPr/>
          <a:lstStyle/>
          <a:p>
            <a:fld id="{993AAAE0-D325-4093-A965-E5AD5CAB5AD6}" type="slidenum">
              <a:rPr lang="en-IN" smtClean="0"/>
              <a:t>‹#›</a:t>
            </a:fld>
            <a:endParaRPr lang="en-IN"/>
          </a:p>
        </p:txBody>
      </p:sp>
    </p:spTree>
    <p:extLst>
      <p:ext uri="{BB962C8B-B14F-4D97-AF65-F5344CB8AC3E}">
        <p14:creationId xmlns:p14="http://schemas.microsoft.com/office/powerpoint/2010/main" val="37698876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0C1508-F1B2-4F9B-99F0-5BF06BAF8CC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B8E3EDC-0333-471D-9CB7-D2CD8B9133A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DFD32C2C-ADF8-4C5C-969E-6AA0AC2EE98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D04F61B6-EAF9-4042-85A7-37D945FD50F8}"/>
              </a:ext>
            </a:extLst>
          </p:cNvPr>
          <p:cNvSpPr>
            <a:spLocks noGrp="1"/>
          </p:cNvSpPr>
          <p:nvPr>
            <p:ph type="dt" sz="half" idx="10"/>
          </p:nvPr>
        </p:nvSpPr>
        <p:spPr>
          <a:xfrm>
            <a:off x="838200" y="6356350"/>
            <a:ext cx="2743200" cy="365125"/>
          </a:xfrm>
          <a:prstGeom prst="rect">
            <a:avLst/>
          </a:prstGeom>
        </p:spPr>
        <p:txBody>
          <a:bodyPr/>
          <a:lstStyle/>
          <a:p>
            <a:fld id="{DB8734FD-7389-4E24-AA5B-5BD81C8851F6}" type="datetime1">
              <a:rPr lang="en-IN" smtClean="0"/>
              <a:t>14-09-2020</a:t>
            </a:fld>
            <a:endParaRPr lang="en-IN"/>
          </a:p>
        </p:txBody>
      </p:sp>
      <p:sp>
        <p:nvSpPr>
          <p:cNvPr id="6" name="Footer Placeholder 5">
            <a:extLst>
              <a:ext uri="{FF2B5EF4-FFF2-40B4-BE49-F238E27FC236}">
                <a16:creationId xmlns:a16="http://schemas.microsoft.com/office/drawing/2014/main" id="{ECE927C8-E3AF-4EE8-8EDD-7788B3E32917}"/>
              </a:ext>
            </a:extLst>
          </p:cNvPr>
          <p:cNvSpPr>
            <a:spLocks noGrp="1"/>
          </p:cNvSpPr>
          <p:nvPr>
            <p:ph type="ftr" sz="quarter" idx="11"/>
          </p:nvPr>
        </p:nvSpPr>
        <p:spPr/>
        <p:txBody>
          <a:bodyPr/>
          <a:lstStyle/>
          <a:p>
            <a:r>
              <a:rPr lang="en-IN"/>
              <a:t>Real Time Operating System</a:t>
            </a:r>
          </a:p>
        </p:txBody>
      </p:sp>
      <p:sp>
        <p:nvSpPr>
          <p:cNvPr id="7" name="Slide Number Placeholder 6">
            <a:extLst>
              <a:ext uri="{FF2B5EF4-FFF2-40B4-BE49-F238E27FC236}">
                <a16:creationId xmlns:a16="http://schemas.microsoft.com/office/drawing/2014/main" id="{761BA45D-119F-4DAE-BC88-710D22341314}"/>
              </a:ext>
            </a:extLst>
          </p:cNvPr>
          <p:cNvSpPr>
            <a:spLocks noGrp="1"/>
          </p:cNvSpPr>
          <p:nvPr>
            <p:ph type="sldNum" sz="quarter" idx="12"/>
          </p:nvPr>
        </p:nvSpPr>
        <p:spPr/>
        <p:txBody>
          <a:bodyPr/>
          <a:lstStyle/>
          <a:p>
            <a:fld id="{993AAAE0-D325-4093-A965-E5AD5CAB5AD6}" type="slidenum">
              <a:rPr lang="en-IN" smtClean="0"/>
              <a:t>‹#›</a:t>
            </a:fld>
            <a:endParaRPr lang="en-IN"/>
          </a:p>
        </p:txBody>
      </p:sp>
    </p:spTree>
    <p:extLst>
      <p:ext uri="{BB962C8B-B14F-4D97-AF65-F5344CB8AC3E}">
        <p14:creationId xmlns:p14="http://schemas.microsoft.com/office/powerpoint/2010/main" val="31866677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5331CD-A871-47CE-A99B-230F5066C61A}"/>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4E2DCD5-6A7A-4D23-AA78-7B7BE3D55D6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A01F202-03E7-4DC9-8566-6250DFD470A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6B459A02-83D5-4EA9-AF22-960877590E7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485B7DD-7DEE-4ADD-B92D-D2EBC29F331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FF7204DD-6EBF-4DB5-9EBF-A91FD137F7AA}"/>
              </a:ext>
            </a:extLst>
          </p:cNvPr>
          <p:cNvSpPr>
            <a:spLocks noGrp="1"/>
          </p:cNvSpPr>
          <p:nvPr>
            <p:ph type="dt" sz="half" idx="10"/>
          </p:nvPr>
        </p:nvSpPr>
        <p:spPr>
          <a:xfrm>
            <a:off x="838200" y="6356350"/>
            <a:ext cx="2743200" cy="365125"/>
          </a:xfrm>
          <a:prstGeom prst="rect">
            <a:avLst/>
          </a:prstGeom>
        </p:spPr>
        <p:txBody>
          <a:bodyPr/>
          <a:lstStyle/>
          <a:p>
            <a:fld id="{C8A2D5D0-EE86-420F-9150-26CC9319C007}" type="datetime1">
              <a:rPr lang="en-IN" smtClean="0"/>
              <a:t>14-09-2020</a:t>
            </a:fld>
            <a:endParaRPr lang="en-IN"/>
          </a:p>
        </p:txBody>
      </p:sp>
      <p:sp>
        <p:nvSpPr>
          <p:cNvPr id="8" name="Footer Placeholder 7">
            <a:extLst>
              <a:ext uri="{FF2B5EF4-FFF2-40B4-BE49-F238E27FC236}">
                <a16:creationId xmlns:a16="http://schemas.microsoft.com/office/drawing/2014/main" id="{F36C7EEC-8F9D-4F65-9D2B-3586910C8C00}"/>
              </a:ext>
            </a:extLst>
          </p:cNvPr>
          <p:cNvSpPr>
            <a:spLocks noGrp="1"/>
          </p:cNvSpPr>
          <p:nvPr>
            <p:ph type="ftr" sz="quarter" idx="11"/>
          </p:nvPr>
        </p:nvSpPr>
        <p:spPr/>
        <p:txBody>
          <a:bodyPr/>
          <a:lstStyle/>
          <a:p>
            <a:r>
              <a:rPr lang="en-IN"/>
              <a:t>Real Time Operating System</a:t>
            </a:r>
          </a:p>
        </p:txBody>
      </p:sp>
      <p:sp>
        <p:nvSpPr>
          <p:cNvPr id="9" name="Slide Number Placeholder 8">
            <a:extLst>
              <a:ext uri="{FF2B5EF4-FFF2-40B4-BE49-F238E27FC236}">
                <a16:creationId xmlns:a16="http://schemas.microsoft.com/office/drawing/2014/main" id="{5CE519D7-DA64-40D8-8DF0-3F1FA7EC4EF9}"/>
              </a:ext>
            </a:extLst>
          </p:cNvPr>
          <p:cNvSpPr>
            <a:spLocks noGrp="1"/>
          </p:cNvSpPr>
          <p:nvPr>
            <p:ph type="sldNum" sz="quarter" idx="12"/>
          </p:nvPr>
        </p:nvSpPr>
        <p:spPr/>
        <p:txBody>
          <a:bodyPr/>
          <a:lstStyle/>
          <a:p>
            <a:fld id="{993AAAE0-D325-4093-A965-E5AD5CAB5AD6}" type="slidenum">
              <a:rPr lang="en-IN" smtClean="0"/>
              <a:t>‹#›</a:t>
            </a:fld>
            <a:endParaRPr lang="en-IN"/>
          </a:p>
        </p:txBody>
      </p:sp>
    </p:spTree>
    <p:extLst>
      <p:ext uri="{BB962C8B-B14F-4D97-AF65-F5344CB8AC3E}">
        <p14:creationId xmlns:p14="http://schemas.microsoft.com/office/powerpoint/2010/main" val="36762374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C55883-6513-4478-8AD2-284AA11B1AF9}"/>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A8CBF996-5421-42F9-B36F-202B972C2222}"/>
              </a:ext>
            </a:extLst>
          </p:cNvPr>
          <p:cNvSpPr>
            <a:spLocks noGrp="1"/>
          </p:cNvSpPr>
          <p:nvPr>
            <p:ph type="dt" sz="half" idx="10"/>
          </p:nvPr>
        </p:nvSpPr>
        <p:spPr>
          <a:xfrm>
            <a:off x="838200" y="6356350"/>
            <a:ext cx="2743200" cy="365125"/>
          </a:xfrm>
          <a:prstGeom prst="rect">
            <a:avLst/>
          </a:prstGeom>
        </p:spPr>
        <p:txBody>
          <a:bodyPr/>
          <a:lstStyle/>
          <a:p>
            <a:fld id="{053DB524-80A4-4AD3-856E-B8FCE2E2F15F}" type="datetime1">
              <a:rPr lang="en-IN" smtClean="0"/>
              <a:t>14-09-2020</a:t>
            </a:fld>
            <a:endParaRPr lang="en-IN"/>
          </a:p>
        </p:txBody>
      </p:sp>
      <p:sp>
        <p:nvSpPr>
          <p:cNvPr id="4" name="Footer Placeholder 3">
            <a:extLst>
              <a:ext uri="{FF2B5EF4-FFF2-40B4-BE49-F238E27FC236}">
                <a16:creationId xmlns:a16="http://schemas.microsoft.com/office/drawing/2014/main" id="{05BD3D40-81B6-4E8E-8A50-A51B656C7E9D}"/>
              </a:ext>
            </a:extLst>
          </p:cNvPr>
          <p:cNvSpPr>
            <a:spLocks noGrp="1"/>
          </p:cNvSpPr>
          <p:nvPr>
            <p:ph type="ftr" sz="quarter" idx="11"/>
          </p:nvPr>
        </p:nvSpPr>
        <p:spPr/>
        <p:txBody>
          <a:bodyPr/>
          <a:lstStyle/>
          <a:p>
            <a:r>
              <a:rPr lang="en-IN"/>
              <a:t>Real Time Operating System</a:t>
            </a:r>
          </a:p>
        </p:txBody>
      </p:sp>
      <p:sp>
        <p:nvSpPr>
          <p:cNvPr id="5" name="Slide Number Placeholder 4">
            <a:extLst>
              <a:ext uri="{FF2B5EF4-FFF2-40B4-BE49-F238E27FC236}">
                <a16:creationId xmlns:a16="http://schemas.microsoft.com/office/drawing/2014/main" id="{1F6537A8-4E59-4F24-9B18-A62A9F956F43}"/>
              </a:ext>
            </a:extLst>
          </p:cNvPr>
          <p:cNvSpPr>
            <a:spLocks noGrp="1"/>
          </p:cNvSpPr>
          <p:nvPr>
            <p:ph type="sldNum" sz="quarter" idx="12"/>
          </p:nvPr>
        </p:nvSpPr>
        <p:spPr/>
        <p:txBody>
          <a:bodyPr/>
          <a:lstStyle/>
          <a:p>
            <a:fld id="{993AAAE0-D325-4093-A965-E5AD5CAB5AD6}" type="slidenum">
              <a:rPr lang="en-IN" smtClean="0"/>
              <a:t>‹#›</a:t>
            </a:fld>
            <a:endParaRPr lang="en-IN"/>
          </a:p>
        </p:txBody>
      </p:sp>
    </p:spTree>
    <p:extLst>
      <p:ext uri="{BB962C8B-B14F-4D97-AF65-F5344CB8AC3E}">
        <p14:creationId xmlns:p14="http://schemas.microsoft.com/office/powerpoint/2010/main" val="2577930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24EBAD7-6DAF-4205-97E9-BC00EA22010F}"/>
              </a:ext>
            </a:extLst>
          </p:cNvPr>
          <p:cNvSpPr>
            <a:spLocks noGrp="1"/>
          </p:cNvSpPr>
          <p:nvPr>
            <p:ph type="dt" sz="half" idx="10"/>
          </p:nvPr>
        </p:nvSpPr>
        <p:spPr>
          <a:xfrm>
            <a:off x="838200" y="6356350"/>
            <a:ext cx="2743200" cy="365125"/>
          </a:xfrm>
          <a:prstGeom prst="rect">
            <a:avLst/>
          </a:prstGeom>
        </p:spPr>
        <p:txBody>
          <a:bodyPr/>
          <a:lstStyle/>
          <a:p>
            <a:fld id="{6693CB2A-040B-4A13-8CD2-9E438E498CA7}" type="datetime1">
              <a:rPr lang="en-IN" smtClean="0"/>
              <a:t>14-09-2020</a:t>
            </a:fld>
            <a:endParaRPr lang="en-IN"/>
          </a:p>
        </p:txBody>
      </p:sp>
      <p:sp>
        <p:nvSpPr>
          <p:cNvPr id="3" name="Footer Placeholder 2">
            <a:extLst>
              <a:ext uri="{FF2B5EF4-FFF2-40B4-BE49-F238E27FC236}">
                <a16:creationId xmlns:a16="http://schemas.microsoft.com/office/drawing/2014/main" id="{56825E5D-89BE-409F-83E5-2205D1EC4D66}"/>
              </a:ext>
            </a:extLst>
          </p:cNvPr>
          <p:cNvSpPr>
            <a:spLocks noGrp="1"/>
          </p:cNvSpPr>
          <p:nvPr>
            <p:ph type="ftr" sz="quarter" idx="11"/>
          </p:nvPr>
        </p:nvSpPr>
        <p:spPr/>
        <p:txBody>
          <a:bodyPr/>
          <a:lstStyle/>
          <a:p>
            <a:r>
              <a:rPr lang="en-IN"/>
              <a:t>Real Time Operating System</a:t>
            </a:r>
          </a:p>
        </p:txBody>
      </p:sp>
      <p:sp>
        <p:nvSpPr>
          <p:cNvPr id="4" name="Slide Number Placeholder 3">
            <a:extLst>
              <a:ext uri="{FF2B5EF4-FFF2-40B4-BE49-F238E27FC236}">
                <a16:creationId xmlns:a16="http://schemas.microsoft.com/office/drawing/2014/main" id="{E11CEB80-62AF-4C76-848D-1D65C1183707}"/>
              </a:ext>
            </a:extLst>
          </p:cNvPr>
          <p:cNvSpPr>
            <a:spLocks noGrp="1"/>
          </p:cNvSpPr>
          <p:nvPr>
            <p:ph type="sldNum" sz="quarter" idx="12"/>
          </p:nvPr>
        </p:nvSpPr>
        <p:spPr/>
        <p:txBody>
          <a:bodyPr/>
          <a:lstStyle/>
          <a:p>
            <a:fld id="{993AAAE0-D325-4093-A965-E5AD5CAB5AD6}" type="slidenum">
              <a:rPr lang="en-IN" smtClean="0"/>
              <a:t>‹#›</a:t>
            </a:fld>
            <a:endParaRPr lang="en-IN"/>
          </a:p>
        </p:txBody>
      </p:sp>
    </p:spTree>
    <p:extLst>
      <p:ext uri="{BB962C8B-B14F-4D97-AF65-F5344CB8AC3E}">
        <p14:creationId xmlns:p14="http://schemas.microsoft.com/office/powerpoint/2010/main" val="27264336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B540CF-24F9-4DBC-BB1D-810020C95E4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1EC25ED-698B-47F5-A0F9-1BC9EE0DBF6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A0E6632E-C07C-41C7-91A8-BC9C544A314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9E6279B-6C2E-4B1B-971F-ACA5B7475E08}"/>
              </a:ext>
            </a:extLst>
          </p:cNvPr>
          <p:cNvSpPr>
            <a:spLocks noGrp="1"/>
          </p:cNvSpPr>
          <p:nvPr>
            <p:ph type="dt" sz="half" idx="10"/>
          </p:nvPr>
        </p:nvSpPr>
        <p:spPr>
          <a:xfrm>
            <a:off x="838200" y="6356350"/>
            <a:ext cx="2743200" cy="365125"/>
          </a:xfrm>
          <a:prstGeom prst="rect">
            <a:avLst/>
          </a:prstGeom>
        </p:spPr>
        <p:txBody>
          <a:bodyPr/>
          <a:lstStyle/>
          <a:p>
            <a:fld id="{3D0D541E-ABEE-4C68-8137-685A8AA6038C}" type="datetime1">
              <a:rPr lang="en-IN" smtClean="0"/>
              <a:t>14-09-2020</a:t>
            </a:fld>
            <a:endParaRPr lang="en-IN"/>
          </a:p>
        </p:txBody>
      </p:sp>
      <p:sp>
        <p:nvSpPr>
          <p:cNvPr id="6" name="Footer Placeholder 5">
            <a:extLst>
              <a:ext uri="{FF2B5EF4-FFF2-40B4-BE49-F238E27FC236}">
                <a16:creationId xmlns:a16="http://schemas.microsoft.com/office/drawing/2014/main" id="{2342E461-CF2A-4A7D-8C53-AD9BF6173CFE}"/>
              </a:ext>
            </a:extLst>
          </p:cNvPr>
          <p:cNvSpPr>
            <a:spLocks noGrp="1"/>
          </p:cNvSpPr>
          <p:nvPr>
            <p:ph type="ftr" sz="quarter" idx="11"/>
          </p:nvPr>
        </p:nvSpPr>
        <p:spPr/>
        <p:txBody>
          <a:bodyPr/>
          <a:lstStyle/>
          <a:p>
            <a:r>
              <a:rPr lang="en-IN"/>
              <a:t>Real Time Operating System</a:t>
            </a:r>
          </a:p>
        </p:txBody>
      </p:sp>
      <p:sp>
        <p:nvSpPr>
          <p:cNvPr id="7" name="Slide Number Placeholder 6">
            <a:extLst>
              <a:ext uri="{FF2B5EF4-FFF2-40B4-BE49-F238E27FC236}">
                <a16:creationId xmlns:a16="http://schemas.microsoft.com/office/drawing/2014/main" id="{73C2242F-6288-446B-81BF-DE2D2C5D2E1F}"/>
              </a:ext>
            </a:extLst>
          </p:cNvPr>
          <p:cNvSpPr>
            <a:spLocks noGrp="1"/>
          </p:cNvSpPr>
          <p:nvPr>
            <p:ph type="sldNum" sz="quarter" idx="12"/>
          </p:nvPr>
        </p:nvSpPr>
        <p:spPr/>
        <p:txBody>
          <a:bodyPr/>
          <a:lstStyle/>
          <a:p>
            <a:fld id="{993AAAE0-D325-4093-A965-E5AD5CAB5AD6}" type="slidenum">
              <a:rPr lang="en-IN" smtClean="0"/>
              <a:t>‹#›</a:t>
            </a:fld>
            <a:endParaRPr lang="en-IN"/>
          </a:p>
        </p:txBody>
      </p:sp>
    </p:spTree>
    <p:extLst>
      <p:ext uri="{BB962C8B-B14F-4D97-AF65-F5344CB8AC3E}">
        <p14:creationId xmlns:p14="http://schemas.microsoft.com/office/powerpoint/2010/main" val="31429634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3F4BAD-BBDF-4599-B089-2BDA60061D0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5DC0F1DD-1174-4AF8-9A84-04F31B2285F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A76C36D1-1F2E-439C-B604-93A55CB92AA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023F2CC-A69E-4043-AFE2-284B645693EE}"/>
              </a:ext>
            </a:extLst>
          </p:cNvPr>
          <p:cNvSpPr>
            <a:spLocks noGrp="1"/>
          </p:cNvSpPr>
          <p:nvPr>
            <p:ph type="dt" sz="half" idx="10"/>
          </p:nvPr>
        </p:nvSpPr>
        <p:spPr>
          <a:xfrm>
            <a:off x="838200" y="6356350"/>
            <a:ext cx="2743200" cy="365125"/>
          </a:xfrm>
          <a:prstGeom prst="rect">
            <a:avLst/>
          </a:prstGeom>
        </p:spPr>
        <p:txBody>
          <a:bodyPr/>
          <a:lstStyle/>
          <a:p>
            <a:fld id="{45688E1C-CBB5-42FF-9E2E-A3459E1C15F2}" type="datetime1">
              <a:rPr lang="en-IN" smtClean="0"/>
              <a:t>14-09-2020</a:t>
            </a:fld>
            <a:endParaRPr lang="en-IN"/>
          </a:p>
        </p:txBody>
      </p:sp>
      <p:sp>
        <p:nvSpPr>
          <p:cNvPr id="6" name="Footer Placeholder 5">
            <a:extLst>
              <a:ext uri="{FF2B5EF4-FFF2-40B4-BE49-F238E27FC236}">
                <a16:creationId xmlns:a16="http://schemas.microsoft.com/office/drawing/2014/main" id="{F8971A42-929C-4BBC-A8D5-4BC29E4C2912}"/>
              </a:ext>
            </a:extLst>
          </p:cNvPr>
          <p:cNvSpPr>
            <a:spLocks noGrp="1"/>
          </p:cNvSpPr>
          <p:nvPr>
            <p:ph type="ftr" sz="quarter" idx="11"/>
          </p:nvPr>
        </p:nvSpPr>
        <p:spPr/>
        <p:txBody>
          <a:bodyPr/>
          <a:lstStyle/>
          <a:p>
            <a:r>
              <a:rPr lang="en-IN"/>
              <a:t>Real Time Operating System</a:t>
            </a:r>
          </a:p>
        </p:txBody>
      </p:sp>
      <p:sp>
        <p:nvSpPr>
          <p:cNvPr id="7" name="Slide Number Placeholder 6">
            <a:extLst>
              <a:ext uri="{FF2B5EF4-FFF2-40B4-BE49-F238E27FC236}">
                <a16:creationId xmlns:a16="http://schemas.microsoft.com/office/drawing/2014/main" id="{CDF3F949-06E9-449F-A169-C33FEB2BE836}"/>
              </a:ext>
            </a:extLst>
          </p:cNvPr>
          <p:cNvSpPr>
            <a:spLocks noGrp="1"/>
          </p:cNvSpPr>
          <p:nvPr>
            <p:ph type="sldNum" sz="quarter" idx="12"/>
          </p:nvPr>
        </p:nvSpPr>
        <p:spPr/>
        <p:txBody>
          <a:bodyPr/>
          <a:lstStyle/>
          <a:p>
            <a:fld id="{993AAAE0-D325-4093-A965-E5AD5CAB5AD6}" type="slidenum">
              <a:rPr lang="en-IN" smtClean="0"/>
              <a:t>‹#›</a:t>
            </a:fld>
            <a:endParaRPr lang="en-IN"/>
          </a:p>
        </p:txBody>
      </p:sp>
    </p:spTree>
    <p:extLst>
      <p:ext uri="{BB962C8B-B14F-4D97-AF65-F5344CB8AC3E}">
        <p14:creationId xmlns:p14="http://schemas.microsoft.com/office/powerpoint/2010/main" val="2122406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689FC0-6713-42A5-8D25-672F8CDACE44}"/>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CEAA62B-8934-485B-919F-D91750236BE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6C8451C-2B73-4090-BDC3-0FC3187B9A26}"/>
              </a:ext>
            </a:extLst>
          </p:cNvPr>
          <p:cNvSpPr>
            <a:spLocks noGrp="1"/>
          </p:cNvSpPr>
          <p:nvPr>
            <p:ph type="dt" sz="half" idx="10"/>
          </p:nvPr>
        </p:nvSpPr>
        <p:spPr>
          <a:xfrm>
            <a:off x="838200" y="6356350"/>
            <a:ext cx="2743200" cy="365125"/>
          </a:xfrm>
          <a:prstGeom prst="rect">
            <a:avLst/>
          </a:prstGeom>
        </p:spPr>
        <p:txBody>
          <a:bodyPr/>
          <a:lstStyle/>
          <a:p>
            <a:fld id="{A7D02D33-575C-4380-A627-2F36A3658D94}" type="datetime1">
              <a:rPr lang="en-IN" smtClean="0"/>
              <a:t>14-09-2020</a:t>
            </a:fld>
            <a:endParaRPr lang="en-IN"/>
          </a:p>
        </p:txBody>
      </p:sp>
      <p:sp>
        <p:nvSpPr>
          <p:cNvPr id="5" name="Footer Placeholder 4">
            <a:extLst>
              <a:ext uri="{FF2B5EF4-FFF2-40B4-BE49-F238E27FC236}">
                <a16:creationId xmlns:a16="http://schemas.microsoft.com/office/drawing/2014/main" id="{F71E58DA-D81B-4964-BE8E-D2E1F58B5615}"/>
              </a:ext>
            </a:extLst>
          </p:cNvPr>
          <p:cNvSpPr>
            <a:spLocks noGrp="1"/>
          </p:cNvSpPr>
          <p:nvPr>
            <p:ph type="ftr" sz="quarter" idx="11"/>
          </p:nvPr>
        </p:nvSpPr>
        <p:spPr/>
        <p:txBody>
          <a:bodyPr/>
          <a:lstStyle/>
          <a:p>
            <a:r>
              <a:rPr lang="en-IN"/>
              <a:t>Real Time Operating System</a:t>
            </a:r>
          </a:p>
        </p:txBody>
      </p:sp>
      <p:sp>
        <p:nvSpPr>
          <p:cNvPr id="6" name="Slide Number Placeholder 5">
            <a:extLst>
              <a:ext uri="{FF2B5EF4-FFF2-40B4-BE49-F238E27FC236}">
                <a16:creationId xmlns:a16="http://schemas.microsoft.com/office/drawing/2014/main" id="{CB8BF413-8685-4987-A022-EB6B6050D9D2}"/>
              </a:ext>
            </a:extLst>
          </p:cNvPr>
          <p:cNvSpPr>
            <a:spLocks noGrp="1"/>
          </p:cNvSpPr>
          <p:nvPr>
            <p:ph type="sldNum" sz="quarter" idx="12"/>
          </p:nvPr>
        </p:nvSpPr>
        <p:spPr/>
        <p:txBody>
          <a:bodyPr/>
          <a:lstStyle/>
          <a:p>
            <a:fld id="{993AAAE0-D325-4093-A965-E5AD5CAB5AD6}" type="slidenum">
              <a:rPr lang="en-IN" smtClean="0"/>
              <a:t>‹#›</a:t>
            </a:fld>
            <a:endParaRPr lang="en-IN"/>
          </a:p>
        </p:txBody>
      </p:sp>
    </p:spTree>
    <p:extLst>
      <p:ext uri="{BB962C8B-B14F-4D97-AF65-F5344CB8AC3E}">
        <p14:creationId xmlns:p14="http://schemas.microsoft.com/office/powerpoint/2010/main" val="6831295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BAB6C17-9561-432C-BF18-05F90B7128F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7EE48C3-14AE-4E0A-9F76-B285F552CB7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F1DB5DD-98A3-4A6B-B325-EB5C5E252840}"/>
              </a:ext>
            </a:extLst>
          </p:cNvPr>
          <p:cNvSpPr>
            <a:spLocks noGrp="1"/>
          </p:cNvSpPr>
          <p:nvPr>
            <p:ph type="dt" sz="half" idx="10"/>
          </p:nvPr>
        </p:nvSpPr>
        <p:spPr>
          <a:xfrm>
            <a:off x="838200" y="6356350"/>
            <a:ext cx="2743200" cy="365125"/>
          </a:xfrm>
          <a:prstGeom prst="rect">
            <a:avLst/>
          </a:prstGeom>
        </p:spPr>
        <p:txBody>
          <a:bodyPr/>
          <a:lstStyle/>
          <a:p>
            <a:fld id="{8945AF19-F9EB-4F1E-AAB0-AFDA4A8194E4}" type="datetime1">
              <a:rPr lang="en-IN" smtClean="0"/>
              <a:t>14-09-2020</a:t>
            </a:fld>
            <a:endParaRPr lang="en-IN"/>
          </a:p>
        </p:txBody>
      </p:sp>
      <p:sp>
        <p:nvSpPr>
          <p:cNvPr id="5" name="Footer Placeholder 4">
            <a:extLst>
              <a:ext uri="{FF2B5EF4-FFF2-40B4-BE49-F238E27FC236}">
                <a16:creationId xmlns:a16="http://schemas.microsoft.com/office/drawing/2014/main" id="{5FAEA767-406A-4559-8FDB-F854759079B6}"/>
              </a:ext>
            </a:extLst>
          </p:cNvPr>
          <p:cNvSpPr>
            <a:spLocks noGrp="1"/>
          </p:cNvSpPr>
          <p:nvPr>
            <p:ph type="ftr" sz="quarter" idx="11"/>
          </p:nvPr>
        </p:nvSpPr>
        <p:spPr/>
        <p:txBody>
          <a:bodyPr/>
          <a:lstStyle/>
          <a:p>
            <a:r>
              <a:rPr lang="en-IN"/>
              <a:t>Real Time Operating System</a:t>
            </a:r>
          </a:p>
        </p:txBody>
      </p:sp>
      <p:sp>
        <p:nvSpPr>
          <p:cNvPr id="6" name="Slide Number Placeholder 5">
            <a:extLst>
              <a:ext uri="{FF2B5EF4-FFF2-40B4-BE49-F238E27FC236}">
                <a16:creationId xmlns:a16="http://schemas.microsoft.com/office/drawing/2014/main" id="{9FA55910-CC71-4E90-B5CF-BF1B3C739327}"/>
              </a:ext>
            </a:extLst>
          </p:cNvPr>
          <p:cNvSpPr>
            <a:spLocks noGrp="1"/>
          </p:cNvSpPr>
          <p:nvPr>
            <p:ph type="sldNum" sz="quarter" idx="12"/>
          </p:nvPr>
        </p:nvSpPr>
        <p:spPr/>
        <p:txBody>
          <a:bodyPr/>
          <a:lstStyle/>
          <a:p>
            <a:fld id="{993AAAE0-D325-4093-A965-E5AD5CAB5AD6}" type="slidenum">
              <a:rPr lang="en-IN" smtClean="0"/>
              <a:t>‹#›</a:t>
            </a:fld>
            <a:endParaRPr lang="en-IN"/>
          </a:p>
        </p:txBody>
      </p:sp>
    </p:spTree>
    <p:extLst>
      <p:ext uri="{BB962C8B-B14F-4D97-AF65-F5344CB8AC3E}">
        <p14:creationId xmlns:p14="http://schemas.microsoft.com/office/powerpoint/2010/main" val="30550291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B0A6E75-2222-4E0D-B9C0-A8B3D9979C8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endParaRPr lang="en-IN" dirty="0"/>
          </a:p>
        </p:txBody>
      </p:sp>
      <p:sp>
        <p:nvSpPr>
          <p:cNvPr id="3" name="Text Placeholder 2">
            <a:extLst>
              <a:ext uri="{FF2B5EF4-FFF2-40B4-BE49-F238E27FC236}">
                <a16:creationId xmlns:a16="http://schemas.microsoft.com/office/drawing/2014/main" id="{A271D44D-4EEB-4A13-BF07-E76FABB23B1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5" name="Footer Placeholder 4">
            <a:extLst>
              <a:ext uri="{FF2B5EF4-FFF2-40B4-BE49-F238E27FC236}">
                <a16:creationId xmlns:a16="http://schemas.microsoft.com/office/drawing/2014/main" id="{FC5995C9-4EDB-484A-A982-DB634AA04CB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dirty="0"/>
              <a:t>Real Time Operating System</a:t>
            </a:r>
          </a:p>
        </p:txBody>
      </p:sp>
      <p:sp>
        <p:nvSpPr>
          <p:cNvPr id="6" name="Slide Number Placeholder 5">
            <a:extLst>
              <a:ext uri="{FF2B5EF4-FFF2-40B4-BE49-F238E27FC236}">
                <a16:creationId xmlns:a16="http://schemas.microsoft.com/office/drawing/2014/main" id="{31B1C1ED-A6EA-4592-987F-5D6DF8B76BE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93AAAE0-D325-4093-A965-E5AD5CAB5AD6}" type="slidenum">
              <a:rPr lang="en-IN" smtClean="0"/>
              <a:t>‹#›</a:t>
            </a:fld>
            <a:endParaRPr lang="en-IN" dirty="0"/>
          </a:p>
        </p:txBody>
      </p:sp>
      <p:sp>
        <p:nvSpPr>
          <p:cNvPr id="9" name="Footer Placeholder 4">
            <a:extLst>
              <a:ext uri="{FF2B5EF4-FFF2-40B4-BE49-F238E27FC236}">
                <a16:creationId xmlns:a16="http://schemas.microsoft.com/office/drawing/2014/main" id="{6BC2E321-DD46-48B3-8BB0-4A61AE15BBA6}"/>
              </a:ext>
            </a:extLst>
          </p:cNvPr>
          <p:cNvSpPr txBox="1">
            <a:spLocks/>
          </p:cNvSpPr>
          <p:nvPr userDrawn="1"/>
        </p:nvSpPr>
        <p:spPr>
          <a:xfrm>
            <a:off x="1054100" y="6356350"/>
            <a:ext cx="25273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D</a:t>
            </a:r>
            <a:r>
              <a:rPr lang="en-IN" dirty="0"/>
              <a:t>r. </a:t>
            </a:r>
            <a:r>
              <a:rPr lang="en-IN" dirty="0" err="1"/>
              <a:t>Satyabrata</a:t>
            </a:r>
            <a:r>
              <a:rPr lang="en-IN" dirty="0"/>
              <a:t> Das</a:t>
            </a:r>
          </a:p>
        </p:txBody>
      </p:sp>
    </p:spTree>
    <p:extLst>
      <p:ext uri="{BB962C8B-B14F-4D97-AF65-F5344CB8AC3E}">
        <p14:creationId xmlns:p14="http://schemas.microsoft.com/office/powerpoint/2010/main" val="4155488858"/>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AA7BB5-AB9B-4D1B-9A9B-A7D6B47ECD78}"/>
              </a:ext>
            </a:extLst>
          </p:cNvPr>
          <p:cNvSpPr>
            <a:spLocks noGrp="1"/>
          </p:cNvSpPr>
          <p:nvPr>
            <p:ph type="ctrTitle"/>
          </p:nvPr>
        </p:nvSpPr>
        <p:spPr/>
        <p:txBody>
          <a:bodyPr/>
          <a:lstStyle/>
          <a:p>
            <a:r>
              <a:rPr lang="en-US" dirty="0"/>
              <a:t>Operating System </a:t>
            </a:r>
            <a:endParaRPr lang="en-IN" dirty="0"/>
          </a:p>
        </p:txBody>
      </p:sp>
      <p:sp>
        <p:nvSpPr>
          <p:cNvPr id="3" name="Subtitle 2">
            <a:extLst>
              <a:ext uri="{FF2B5EF4-FFF2-40B4-BE49-F238E27FC236}">
                <a16:creationId xmlns:a16="http://schemas.microsoft.com/office/drawing/2014/main" id="{7C1ECFAC-4C84-4E65-B0A5-B87205718EB6}"/>
              </a:ext>
            </a:extLst>
          </p:cNvPr>
          <p:cNvSpPr>
            <a:spLocks noGrp="1"/>
          </p:cNvSpPr>
          <p:nvPr>
            <p:ph type="subTitle" idx="1"/>
          </p:nvPr>
        </p:nvSpPr>
        <p:spPr/>
        <p:txBody>
          <a:bodyPr/>
          <a:lstStyle/>
          <a:p>
            <a:r>
              <a:rPr lang="en-US" dirty="0"/>
              <a:t>Dr. </a:t>
            </a:r>
            <a:r>
              <a:rPr lang="en-US" dirty="0" err="1"/>
              <a:t>Satyabrata</a:t>
            </a:r>
            <a:r>
              <a:rPr lang="en-US" dirty="0"/>
              <a:t> Das</a:t>
            </a:r>
          </a:p>
          <a:p>
            <a:r>
              <a:rPr lang="en-US" dirty="0"/>
              <a:t>Associate Professor</a:t>
            </a:r>
          </a:p>
          <a:p>
            <a:r>
              <a:rPr lang="en-US" dirty="0"/>
              <a:t>Dept. of IT, VSSUT, Burla</a:t>
            </a:r>
            <a:endParaRPr lang="en-IN" dirty="0"/>
          </a:p>
        </p:txBody>
      </p:sp>
      <p:sp>
        <p:nvSpPr>
          <p:cNvPr id="4" name="Footer Placeholder 3">
            <a:extLst>
              <a:ext uri="{FF2B5EF4-FFF2-40B4-BE49-F238E27FC236}">
                <a16:creationId xmlns:a16="http://schemas.microsoft.com/office/drawing/2014/main" id="{D547CEEE-A4E7-4D74-BD16-29932A1A15BE}"/>
              </a:ext>
            </a:extLst>
          </p:cNvPr>
          <p:cNvSpPr>
            <a:spLocks noGrp="1"/>
          </p:cNvSpPr>
          <p:nvPr>
            <p:ph type="ftr" sz="quarter" idx="11"/>
          </p:nvPr>
        </p:nvSpPr>
        <p:spPr/>
        <p:txBody>
          <a:bodyPr/>
          <a:lstStyle/>
          <a:p>
            <a:r>
              <a:rPr lang="en-IN" dirty="0"/>
              <a:t>Real Time Operating System</a:t>
            </a:r>
          </a:p>
        </p:txBody>
      </p:sp>
      <p:sp>
        <p:nvSpPr>
          <p:cNvPr id="5" name="Slide Number Placeholder 4">
            <a:extLst>
              <a:ext uri="{FF2B5EF4-FFF2-40B4-BE49-F238E27FC236}">
                <a16:creationId xmlns:a16="http://schemas.microsoft.com/office/drawing/2014/main" id="{5DDD882D-0DEF-4C87-AA5D-AE797D141F6F}"/>
              </a:ext>
            </a:extLst>
          </p:cNvPr>
          <p:cNvSpPr>
            <a:spLocks noGrp="1"/>
          </p:cNvSpPr>
          <p:nvPr>
            <p:ph type="sldNum" sz="quarter" idx="12"/>
          </p:nvPr>
        </p:nvSpPr>
        <p:spPr/>
        <p:txBody>
          <a:bodyPr/>
          <a:lstStyle/>
          <a:p>
            <a:fld id="{993AAAE0-D325-4093-A965-E5AD5CAB5AD6}" type="slidenum">
              <a:rPr lang="en-IN" smtClean="0"/>
              <a:t>1</a:t>
            </a:fld>
            <a:endParaRPr lang="en-IN" dirty="0"/>
          </a:p>
        </p:txBody>
      </p:sp>
      <p:pic>
        <p:nvPicPr>
          <p:cNvPr id="6" name="Picture 4" descr="C:\Users\Chinmaya\Desktop\Bachhe_collection\download.jpg">
            <a:extLst>
              <a:ext uri="{FF2B5EF4-FFF2-40B4-BE49-F238E27FC236}">
                <a16:creationId xmlns:a16="http://schemas.microsoft.com/office/drawing/2014/main" id="{2EF0BB7F-7126-49FF-B1B5-6D0EABBC36E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39314" y="0"/>
            <a:ext cx="928687" cy="1073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745642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a:extLst>
              <a:ext uri="{FF2B5EF4-FFF2-40B4-BE49-F238E27FC236}">
                <a16:creationId xmlns:a16="http://schemas.microsoft.com/office/drawing/2014/main" id="{EC160109-9B57-4094-93EB-A9EFAE6C2D54}"/>
              </a:ext>
            </a:extLst>
          </p:cNvPr>
          <p:cNvSpPr>
            <a:spLocks noGrp="1"/>
          </p:cNvSpPr>
          <p:nvPr>
            <p:ph type="title"/>
          </p:nvPr>
        </p:nvSpPr>
        <p:spPr>
          <a:xfrm>
            <a:off x="1720850" y="120651"/>
            <a:ext cx="7772400" cy="879475"/>
          </a:xfrm>
        </p:spPr>
        <p:txBody>
          <a:bodyPr/>
          <a:lstStyle/>
          <a:p>
            <a:r>
              <a:rPr lang="en-US" altLang="en-US" b="1"/>
              <a:t>Operating System</a:t>
            </a:r>
            <a:endParaRPr lang="en-IN" altLang="en-US"/>
          </a:p>
        </p:txBody>
      </p:sp>
      <p:sp>
        <p:nvSpPr>
          <p:cNvPr id="4099" name="Content Placeholder 2">
            <a:extLst>
              <a:ext uri="{FF2B5EF4-FFF2-40B4-BE49-F238E27FC236}">
                <a16:creationId xmlns:a16="http://schemas.microsoft.com/office/drawing/2014/main" id="{93B87389-CB8E-49E1-8120-486AC7105D13}"/>
              </a:ext>
            </a:extLst>
          </p:cNvPr>
          <p:cNvSpPr>
            <a:spLocks noGrp="1"/>
          </p:cNvSpPr>
          <p:nvPr>
            <p:ph idx="1"/>
          </p:nvPr>
        </p:nvSpPr>
        <p:spPr>
          <a:xfrm>
            <a:off x="1524000" y="987425"/>
            <a:ext cx="8858250" cy="4114800"/>
          </a:xfrm>
        </p:spPr>
        <p:txBody>
          <a:bodyPr/>
          <a:lstStyle/>
          <a:p>
            <a:pPr algn="just">
              <a:buFontTx/>
              <a:buNone/>
            </a:pPr>
            <a:r>
              <a:rPr lang="en-US" altLang="en-US" dirty="0"/>
              <a:t>    Definition:</a:t>
            </a:r>
          </a:p>
          <a:p>
            <a:pPr algn="just">
              <a:buFontTx/>
              <a:buNone/>
            </a:pPr>
            <a:r>
              <a:rPr lang="en-US" altLang="en-US" dirty="0"/>
              <a:t>    Operating system is a system-software. By the use of system software we can bring the hard ware into a working environment so that the user can work in a systematic and reliable manner. The operating system controls the way software uses hardware. The purpose of this control is to make the computer operate in the way intended by the user, and in a systematic reliable and efficient manner. This view of the operating system is shown below  </a:t>
            </a:r>
            <a:endParaRPr lang="en-IN" altLang="en-US" dirty="0"/>
          </a:p>
          <a:p>
            <a:pPr>
              <a:buFontTx/>
              <a:buNone/>
            </a:pPr>
            <a:endParaRPr lang="en-IN" altLang="en-US" dirty="0"/>
          </a:p>
        </p:txBody>
      </p:sp>
      <p:sp>
        <p:nvSpPr>
          <p:cNvPr id="4100" name="Date Placeholder 3">
            <a:extLst>
              <a:ext uri="{FF2B5EF4-FFF2-40B4-BE49-F238E27FC236}">
                <a16:creationId xmlns:a16="http://schemas.microsoft.com/office/drawing/2014/main" id="{7DD3CEF1-3F38-4A34-A811-2371AF9C5612}"/>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900">
                <a:solidFill>
                  <a:schemeClr val="tx1"/>
                </a:solidFill>
                <a:latin typeface="Times New Roman" panose="02020603050405020304" pitchFamily="18" charset="0"/>
              </a:defRPr>
            </a:lvl1pPr>
            <a:lvl2pPr marL="742950" indent="-285750">
              <a:defRPr sz="900">
                <a:solidFill>
                  <a:schemeClr val="tx1"/>
                </a:solidFill>
                <a:latin typeface="Times New Roman" panose="02020603050405020304" pitchFamily="18" charset="0"/>
              </a:defRPr>
            </a:lvl2pPr>
            <a:lvl3pPr marL="1143000" indent="-228600">
              <a:defRPr sz="900">
                <a:solidFill>
                  <a:schemeClr val="tx1"/>
                </a:solidFill>
                <a:latin typeface="Times New Roman" panose="02020603050405020304" pitchFamily="18" charset="0"/>
              </a:defRPr>
            </a:lvl3pPr>
            <a:lvl4pPr marL="1600200" indent="-228600">
              <a:defRPr sz="900">
                <a:solidFill>
                  <a:schemeClr val="tx1"/>
                </a:solidFill>
                <a:latin typeface="Times New Roman" panose="02020603050405020304" pitchFamily="18" charset="0"/>
              </a:defRPr>
            </a:lvl4pPr>
            <a:lvl5pPr marL="2057400" indent="-228600">
              <a:defRPr sz="900">
                <a:solidFill>
                  <a:schemeClr val="tx1"/>
                </a:solidFill>
                <a:latin typeface="Times New Roman" panose="02020603050405020304" pitchFamily="18" charset="0"/>
              </a:defRPr>
            </a:lvl5pPr>
            <a:lvl6pPr marL="2514600" indent="-228600" algn="ctr" eaLnBrk="0" fontAlgn="base" hangingPunct="0">
              <a:spcBef>
                <a:spcPct val="50000"/>
              </a:spcBef>
              <a:spcAft>
                <a:spcPct val="0"/>
              </a:spcAft>
              <a:defRPr sz="900">
                <a:solidFill>
                  <a:schemeClr val="tx1"/>
                </a:solidFill>
                <a:latin typeface="Times New Roman" panose="02020603050405020304" pitchFamily="18" charset="0"/>
              </a:defRPr>
            </a:lvl6pPr>
            <a:lvl7pPr marL="2971800" indent="-228600" algn="ctr" eaLnBrk="0" fontAlgn="base" hangingPunct="0">
              <a:spcBef>
                <a:spcPct val="50000"/>
              </a:spcBef>
              <a:spcAft>
                <a:spcPct val="0"/>
              </a:spcAft>
              <a:defRPr sz="900">
                <a:solidFill>
                  <a:schemeClr val="tx1"/>
                </a:solidFill>
                <a:latin typeface="Times New Roman" panose="02020603050405020304" pitchFamily="18" charset="0"/>
              </a:defRPr>
            </a:lvl7pPr>
            <a:lvl8pPr marL="3429000" indent="-228600" algn="ctr" eaLnBrk="0" fontAlgn="base" hangingPunct="0">
              <a:spcBef>
                <a:spcPct val="50000"/>
              </a:spcBef>
              <a:spcAft>
                <a:spcPct val="0"/>
              </a:spcAft>
              <a:defRPr sz="900">
                <a:solidFill>
                  <a:schemeClr val="tx1"/>
                </a:solidFill>
                <a:latin typeface="Times New Roman" panose="02020603050405020304" pitchFamily="18" charset="0"/>
              </a:defRPr>
            </a:lvl8pPr>
            <a:lvl9pPr marL="3886200" indent="-228600" algn="ctr" eaLnBrk="0" fontAlgn="base" hangingPunct="0">
              <a:spcBef>
                <a:spcPct val="50000"/>
              </a:spcBef>
              <a:spcAft>
                <a:spcPct val="0"/>
              </a:spcAft>
              <a:defRPr sz="900">
                <a:solidFill>
                  <a:schemeClr val="tx1"/>
                </a:solidFill>
                <a:latin typeface="Times New Roman" panose="02020603050405020304" pitchFamily="18" charset="0"/>
              </a:defRPr>
            </a:lvl9pPr>
          </a:lstStyle>
          <a:p>
            <a:fld id="{3A431A0C-6905-4721-950B-D27E3387A676}" type="datetime1">
              <a:rPr lang="en-US" altLang="en-US" sz="1400"/>
              <a:pPr/>
              <a:t>9/14/2020</a:t>
            </a:fld>
            <a:endParaRPr lang="en-US" altLang="en-US" sz="1400"/>
          </a:p>
        </p:txBody>
      </p:sp>
      <p:sp>
        <p:nvSpPr>
          <p:cNvPr id="4101" name="Slide Number Placeholder 4">
            <a:extLst>
              <a:ext uri="{FF2B5EF4-FFF2-40B4-BE49-F238E27FC236}">
                <a16:creationId xmlns:a16="http://schemas.microsoft.com/office/drawing/2014/main" id="{D957B582-94B5-4841-9946-BC3E4AFC812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900">
                <a:solidFill>
                  <a:schemeClr val="tx1"/>
                </a:solidFill>
                <a:latin typeface="Times New Roman" panose="02020603050405020304" pitchFamily="18" charset="0"/>
              </a:defRPr>
            </a:lvl1pPr>
            <a:lvl2pPr marL="742950" indent="-285750">
              <a:defRPr sz="900">
                <a:solidFill>
                  <a:schemeClr val="tx1"/>
                </a:solidFill>
                <a:latin typeface="Times New Roman" panose="02020603050405020304" pitchFamily="18" charset="0"/>
              </a:defRPr>
            </a:lvl2pPr>
            <a:lvl3pPr marL="1143000" indent="-228600">
              <a:defRPr sz="900">
                <a:solidFill>
                  <a:schemeClr val="tx1"/>
                </a:solidFill>
                <a:latin typeface="Times New Roman" panose="02020603050405020304" pitchFamily="18" charset="0"/>
              </a:defRPr>
            </a:lvl3pPr>
            <a:lvl4pPr marL="1600200" indent="-228600">
              <a:defRPr sz="900">
                <a:solidFill>
                  <a:schemeClr val="tx1"/>
                </a:solidFill>
                <a:latin typeface="Times New Roman" panose="02020603050405020304" pitchFamily="18" charset="0"/>
              </a:defRPr>
            </a:lvl4pPr>
            <a:lvl5pPr marL="2057400" indent="-228600">
              <a:defRPr sz="900">
                <a:solidFill>
                  <a:schemeClr val="tx1"/>
                </a:solidFill>
                <a:latin typeface="Times New Roman" panose="02020603050405020304" pitchFamily="18" charset="0"/>
              </a:defRPr>
            </a:lvl5pPr>
            <a:lvl6pPr marL="2514600" indent="-228600" algn="ctr" eaLnBrk="0" fontAlgn="base" hangingPunct="0">
              <a:spcBef>
                <a:spcPct val="50000"/>
              </a:spcBef>
              <a:spcAft>
                <a:spcPct val="0"/>
              </a:spcAft>
              <a:defRPr sz="900">
                <a:solidFill>
                  <a:schemeClr val="tx1"/>
                </a:solidFill>
                <a:latin typeface="Times New Roman" panose="02020603050405020304" pitchFamily="18" charset="0"/>
              </a:defRPr>
            </a:lvl6pPr>
            <a:lvl7pPr marL="2971800" indent="-228600" algn="ctr" eaLnBrk="0" fontAlgn="base" hangingPunct="0">
              <a:spcBef>
                <a:spcPct val="50000"/>
              </a:spcBef>
              <a:spcAft>
                <a:spcPct val="0"/>
              </a:spcAft>
              <a:defRPr sz="900">
                <a:solidFill>
                  <a:schemeClr val="tx1"/>
                </a:solidFill>
                <a:latin typeface="Times New Roman" panose="02020603050405020304" pitchFamily="18" charset="0"/>
              </a:defRPr>
            </a:lvl7pPr>
            <a:lvl8pPr marL="3429000" indent="-228600" algn="ctr" eaLnBrk="0" fontAlgn="base" hangingPunct="0">
              <a:spcBef>
                <a:spcPct val="50000"/>
              </a:spcBef>
              <a:spcAft>
                <a:spcPct val="0"/>
              </a:spcAft>
              <a:defRPr sz="900">
                <a:solidFill>
                  <a:schemeClr val="tx1"/>
                </a:solidFill>
                <a:latin typeface="Times New Roman" panose="02020603050405020304" pitchFamily="18" charset="0"/>
              </a:defRPr>
            </a:lvl8pPr>
            <a:lvl9pPr marL="3886200" indent="-228600" algn="ctr" eaLnBrk="0" fontAlgn="base" hangingPunct="0">
              <a:spcBef>
                <a:spcPct val="50000"/>
              </a:spcBef>
              <a:spcAft>
                <a:spcPct val="0"/>
              </a:spcAft>
              <a:defRPr sz="900">
                <a:solidFill>
                  <a:schemeClr val="tx1"/>
                </a:solidFill>
                <a:latin typeface="Times New Roman" panose="02020603050405020304" pitchFamily="18" charset="0"/>
              </a:defRPr>
            </a:lvl9pPr>
          </a:lstStyle>
          <a:p>
            <a:fld id="{A5EF993E-973F-4C10-B40F-4B5E3B4D0857}" type="slidenum">
              <a:rPr lang="en-US" altLang="en-US" sz="1400"/>
              <a:pPr/>
              <a:t>2</a:t>
            </a:fld>
            <a:endParaRPr lang="en-US" altLang="en-US" sz="1400"/>
          </a:p>
        </p:txBody>
      </p:sp>
      <p:pic>
        <p:nvPicPr>
          <p:cNvPr id="4102" name="Picture 4" descr="C:\Users\Chinmaya\Desktop\Bachhe_collection\download.jpg">
            <a:extLst>
              <a:ext uri="{FF2B5EF4-FFF2-40B4-BE49-F238E27FC236}">
                <a16:creationId xmlns:a16="http://schemas.microsoft.com/office/drawing/2014/main" id="{2A4671C6-6E29-4324-AE94-5748145B208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39314" y="0"/>
            <a:ext cx="928687" cy="1073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Date Placeholder 3">
            <a:extLst>
              <a:ext uri="{FF2B5EF4-FFF2-40B4-BE49-F238E27FC236}">
                <a16:creationId xmlns:a16="http://schemas.microsoft.com/office/drawing/2014/main" id="{4F9BB507-C67D-413E-8FDA-62D5F9B6334C}"/>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900">
                <a:solidFill>
                  <a:schemeClr val="tx1"/>
                </a:solidFill>
                <a:latin typeface="Times New Roman" panose="02020603050405020304" pitchFamily="18" charset="0"/>
              </a:defRPr>
            </a:lvl1pPr>
            <a:lvl2pPr marL="742950" indent="-285750">
              <a:defRPr sz="900">
                <a:solidFill>
                  <a:schemeClr val="tx1"/>
                </a:solidFill>
                <a:latin typeface="Times New Roman" panose="02020603050405020304" pitchFamily="18" charset="0"/>
              </a:defRPr>
            </a:lvl2pPr>
            <a:lvl3pPr marL="1143000" indent="-228600">
              <a:defRPr sz="900">
                <a:solidFill>
                  <a:schemeClr val="tx1"/>
                </a:solidFill>
                <a:latin typeface="Times New Roman" panose="02020603050405020304" pitchFamily="18" charset="0"/>
              </a:defRPr>
            </a:lvl3pPr>
            <a:lvl4pPr marL="1600200" indent="-228600">
              <a:defRPr sz="900">
                <a:solidFill>
                  <a:schemeClr val="tx1"/>
                </a:solidFill>
                <a:latin typeface="Times New Roman" panose="02020603050405020304" pitchFamily="18" charset="0"/>
              </a:defRPr>
            </a:lvl4pPr>
            <a:lvl5pPr marL="2057400" indent="-228600">
              <a:defRPr sz="900">
                <a:solidFill>
                  <a:schemeClr val="tx1"/>
                </a:solidFill>
                <a:latin typeface="Times New Roman" panose="02020603050405020304" pitchFamily="18" charset="0"/>
              </a:defRPr>
            </a:lvl5pPr>
            <a:lvl6pPr marL="2514600" indent="-228600" algn="ctr" eaLnBrk="0" fontAlgn="base" hangingPunct="0">
              <a:spcBef>
                <a:spcPct val="50000"/>
              </a:spcBef>
              <a:spcAft>
                <a:spcPct val="0"/>
              </a:spcAft>
              <a:defRPr sz="900">
                <a:solidFill>
                  <a:schemeClr val="tx1"/>
                </a:solidFill>
                <a:latin typeface="Times New Roman" panose="02020603050405020304" pitchFamily="18" charset="0"/>
              </a:defRPr>
            </a:lvl6pPr>
            <a:lvl7pPr marL="2971800" indent="-228600" algn="ctr" eaLnBrk="0" fontAlgn="base" hangingPunct="0">
              <a:spcBef>
                <a:spcPct val="50000"/>
              </a:spcBef>
              <a:spcAft>
                <a:spcPct val="0"/>
              </a:spcAft>
              <a:defRPr sz="900">
                <a:solidFill>
                  <a:schemeClr val="tx1"/>
                </a:solidFill>
                <a:latin typeface="Times New Roman" panose="02020603050405020304" pitchFamily="18" charset="0"/>
              </a:defRPr>
            </a:lvl7pPr>
            <a:lvl8pPr marL="3429000" indent="-228600" algn="ctr" eaLnBrk="0" fontAlgn="base" hangingPunct="0">
              <a:spcBef>
                <a:spcPct val="50000"/>
              </a:spcBef>
              <a:spcAft>
                <a:spcPct val="0"/>
              </a:spcAft>
              <a:defRPr sz="900">
                <a:solidFill>
                  <a:schemeClr val="tx1"/>
                </a:solidFill>
                <a:latin typeface="Times New Roman" panose="02020603050405020304" pitchFamily="18" charset="0"/>
              </a:defRPr>
            </a:lvl8pPr>
            <a:lvl9pPr marL="3886200" indent="-228600" algn="ctr" eaLnBrk="0" fontAlgn="base" hangingPunct="0">
              <a:spcBef>
                <a:spcPct val="50000"/>
              </a:spcBef>
              <a:spcAft>
                <a:spcPct val="0"/>
              </a:spcAft>
              <a:defRPr sz="900">
                <a:solidFill>
                  <a:schemeClr val="tx1"/>
                </a:solidFill>
                <a:latin typeface="Times New Roman" panose="02020603050405020304" pitchFamily="18" charset="0"/>
              </a:defRPr>
            </a:lvl9pPr>
          </a:lstStyle>
          <a:p>
            <a:fld id="{D4D164A7-48EB-4A63-9FF1-DA37459B6E05}" type="datetime1">
              <a:rPr lang="en-US" altLang="en-US" sz="1400"/>
              <a:pPr/>
              <a:t>9/14/2020</a:t>
            </a:fld>
            <a:endParaRPr lang="en-US" altLang="en-US" sz="1400"/>
          </a:p>
        </p:txBody>
      </p:sp>
      <p:sp>
        <p:nvSpPr>
          <p:cNvPr id="5123" name="Slide Number Placeholder 4">
            <a:extLst>
              <a:ext uri="{FF2B5EF4-FFF2-40B4-BE49-F238E27FC236}">
                <a16:creationId xmlns:a16="http://schemas.microsoft.com/office/drawing/2014/main" id="{F91FE62E-BAC8-4629-A684-461B88C3BD4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900">
                <a:solidFill>
                  <a:schemeClr val="tx1"/>
                </a:solidFill>
                <a:latin typeface="Times New Roman" panose="02020603050405020304" pitchFamily="18" charset="0"/>
              </a:defRPr>
            </a:lvl1pPr>
            <a:lvl2pPr marL="742950" indent="-285750">
              <a:defRPr sz="900">
                <a:solidFill>
                  <a:schemeClr val="tx1"/>
                </a:solidFill>
                <a:latin typeface="Times New Roman" panose="02020603050405020304" pitchFamily="18" charset="0"/>
              </a:defRPr>
            </a:lvl2pPr>
            <a:lvl3pPr marL="1143000" indent="-228600">
              <a:defRPr sz="900">
                <a:solidFill>
                  <a:schemeClr val="tx1"/>
                </a:solidFill>
                <a:latin typeface="Times New Roman" panose="02020603050405020304" pitchFamily="18" charset="0"/>
              </a:defRPr>
            </a:lvl3pPr>
            <a:lvl4pPr marL="1600200" indent="-228600">
              <a:defRPr sz="900">
                <a:solidFill>
                  <a:schemeClr val="tx1"/>
                </a:solidFill>
                <a:latin typeface="Times New Roman" panose="02020603050405020304" pitchFamily="18" charset="0"/>
              </a:defRPr>
            </a:lvl4pPr>
            <a:lvl5pPr marL="2057400" indent="-228600">
              <a:defRPr sz="900">
                <a:solidFill>
                  <a:schemeClr val="tx1"/>
                </a:solidFill>
                <a:latin typeface="Times New Roman" panose="02020603050405020304" pitchFamily="18" charset="0"/>
              </a:defRPr>
            </a:lvl5pPr>
            <a:lvl6pPr marL="2514600" indent="-228600" algn="ctr" eaLnBrk="0" fontAlgn="base" hangingPunct="0">
              <a:spcBef>
                <a:spcPct val="50000"/>
              </a:spcBef>
              <a:spcAft>
                <a:spcPct val="0"/>
              </a:spcAft>
              <a:defRPr sz="900">
                <a:solidFill>
                  <a:schemeClr val="tx1"/>
                </a:solidFill>
                <a:latin typeface="Times New Roman" panose="02020603050405020304" pitchFamily="18" charset="0"/>
              </a:defRPr>
            </a:lvl6pPr>
            <a:lvl7pPr marL="2971800" indent="-228600" algn="ctr" eaLnBrk="0" fontAlgn="base" hangingPunct="0">
              <a:spcBef>
                <a:spcPct val="50000"/>
              </a:spcBef>
              <a:spcAft>
                <a:spcPct val="0"/>
              </a:spcAft>
              <a:defRPr sz="900">
                <a:solidFill>
                  <a:schemeClr val="tx1"/>
                </a:solidFill>
                <a:latin typeface="Times New Roman" panose="02020603050405020304" pitchFamily="18" charset="0"/>
              </a:defRPr>
            </a:lvl7pPr>
            <a:lvl8pPr marL="3429000" indent="-228600" algn="ctr" eaLnBrk="0" fontAlgn="base" hangingPunct="0">
              <a:spcBef>
                <a:spcPct val="50000"/>
              </a:spcBef>
              <a:spcAft>
                <a:spcPct val="0"/>
              </a:spcAft>
              <a:defRPr sz="900">
                <a:solidFill>
                  <a:schemeClr val="tx1"/>
                </a:solidFill>
                <a:latin typeface="Times New Roman" panose="02020603050405020304" pitchFamily="18" charset="0"/>
              </a:defRPr>
            </a:lvl8pPr>
            <a:lvl9pPr marL="3886200" indent="-228600" algn="ctr" eaLnBrk="0" fontAlgn="base" hangingPunct="0">
              <a:spcBef>
                <a:spcPct val="50000"/>
              </a:spcBef>
              <a:spcAft>
                <a:spcPct val="0"/>
              </a:spcAft>
              <a:defRPr sz="900">
                <a:solidFill>
                  <a:schemeClr val="tx1"/>
                </a:solidFill>
                <a:latin typeface="Times New Roman" panose="02020603050405020304" pitchFamily="18" charset="0"/>
              </a:defRPr>
            </a:lvl9pPr>
          </a:lstStyle>
          <a:p>
            <a:fld id="{01B0EDFC-3B8D-4A75-8E36-4CBAEA42A097}" type="slidenum">
              <a:rPr lang="en-US" altLang="en-US" sz="1400"/>
              <a:pPr/>
              <a:t>3</a:t>
            </a:fld>
            <a:endParaRPr lang="en-US" altLang="en-US" sz="1400"/>
          </a:p>
        </p:txBody>
      </p:sp>
      <p:sp>
        <p:nvSpPr>
          <p:cNvPr id="5124" name="Rectangle 2">
            <a:extLst>
              <a:ext uri="{FF2B5EF4-FFF2-40B4-BE49-F238E27FC236}">
                <a16:creationId xmlns:a16="http://schemas.microsoft.com/office/drawing/2014/main" id="{1E641EF3-1779-4EAC-9A7D-5469723799C1}"/>
              </a:ext>
            </a:extLst>
          </p:cNvPr>
          <p:cNvSpPr>
            <a:spLocks noGrp="1" noChangeArrowheads="1"/>
          </p:cNvSpPr>
          <p:nvPr>
            <p:ph type="title" idx="4294967295"/>
          </p:nvPr>
        </p:nvSpPr>
        <p:spPr>
          <a:xfrm>
            <a:off x="2141539" y="198438"/>
            <a:ext cx="7723187" cy="576262"/>
          </a:xfrm>
        </p:spPr>
        <p:txBody>
          <a:bodyPr>
            <a:normAutofit fontScale="90000"/>
          </a:bodyPr>
          <a:lstStyle/>
          <a:p>
            <a:pPr eaLnBrk="1" hangingPunct="1"/>
            <a:r>
              <a:rPr lang="en-US" altLang="en-US" b="1"/>
              <a:t>What is an Operating System?</a:t>
            </a:r>
          </a:p>
        </p:txBody>
      </p:sp>
      <p:sp>
        <p:nvSpPr>
          <p:cNvPr id="7" name="Rectangle 3">
            <a:extLst>
              <a:ext uri="{FF2B5EF4-FFF2-40B4-BE49-F238E27FC236}">
                <a16:creationId xmlns:a16="http://schemas.microsoft.com/office/drawing/2014/main" id="{4A172BD3-EE62-41E6-9FDE-CE8B1550AF87}"/>
              </a:ext>
            </a:extLst>
          </p:cNvPr>
          <p:cNvSpPr txBox="1">
            <a:spLocks noChangeArrowheads="1"/>
          </p:cNvSpPr>
          <p:nvPr/>
        </p:nvSpPr>
        <p:spPr bwMode="auto">
          <a:xfrm>
            <a:off x="1738313" y="1268413"/>
            <a:ext cx="8501062" cy="4159250"/>
          </a:xfrm>
          <a:prstGeom prst="rect">
            <a:avLst/>
          </a:prstGeom>
          <a:noFill/>
          <a:ln w="9525">
            <a:noFill/>
            <a:miter lim="800000"/>
            <a:headEnd/>
            <a:tailEnd/>
          </a:ln>
          <a:effectLst/>
        </p:spPr>
        <p:txBody>
          <a:bodyPr/>
          <a:lstStyle/>
          <a:p>
            <a:pPr marL="342900" indent="-342900" algn="just">
              <a:spcBef>
                <a:spcPct val="20000"/>
              </a:spcBef>
              <a:buFontTx/>
              <a:buChar char="•"/>
              <a:defRPr/>
            </a:pPr>
            <a:r>
              <a:rPr lang="en-US" sz="2800" kern="0" dirty="0"/>
              <a:t>A program that acts as an intermediary between a user of a computer and the computer hardware</a:t>
            </a:r>
          </a:p>
          <a:p>
            <a:pPr marL="342900" indent="-342900">
              <a:spcBef>
                <a:spcPct val="20000"/>
              </a:spcBef>
              <a:buFontTx/>
              <a:buChar char="•"/>
              <a:defRPr/>
            </a:pPr>
            <a:r>
              <a:rPr lang="en-US" sz="2800" kern="0" dirty="0"/>
              <a:t>Operating system goals:</a:t>
            </a:r>
          </a:p>
          <a:p>
            <a:pPr marL="742950" lvl="1" indent="-285750" algn="just">
              <a:spcBef>
                <a:spcPct val="20000"/>
              </a:spcBef>
              <a:buFontTx/>
              <a:buChar char="–"/>
              <a:defRPr/>
            </a:pPr>
            <a:r>
              <a:rPr lang="en-US" sz="2800" kern="0" dirty="0"/>
              <a:t>Execute user programs and make solving user problems easier</a:t>
            </a:r>
          </a:p>
          <a:p>
            <a:pPr marL="742950" lvl="1" indent="-285750">
              <a:spcBef>
                <a:spcPct val="20000"/>
              </a:spcBef>
              <a:buFontTx/>
              <a:buChar char="–"/>
              <a:defRPr/>
            </a:pPr>
            <a:r>
              <a:rPr lang="en-US" sz="2800" kern="0" dirty="0"/>
              <a:t>Make the computer system convenient to use</a:t>
            </a:r>
          </a:p>
          <a:p>
            <a:pPr marL="742950" lvl="1" indent="-285750">
              <a:spcBef>
                <a:spcPct val="20000"/>
              </a:spcBef>
              <a:buFontTx/>
              <a:buChar char="–"/>
              <a:defRPr/>
            </a:pPr>
            <a:r>
              <a:rPr lang="en-US" sz="2800" kern="0" dirty="0"/>
              <a:t>Use the computer hardware in an efficient manner</a:t>
            </a:r>
          </a:p>
        </p:txBody>
      </p:sp>
      <p:pic>
        <p:nvPicPr>
          <p:cNvPr id="5126" name="Picture 4" descr="C:\Users\Chinmaya\Desktop\Bachhe_collection\download.jpg">
            <a:extLst>
              <a:ext uri="{FF2B5EF4-FFF2-40B4-BE49-F238E27FC236}">
                <a16:creationId xmlns:a16="http://schemas.microsoft.com/office/drawing/2014/main" id="{66DB83BA-936A-4CB7-A3C7-39991961D76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39314" y="0"/>
            <a:ext cx="928687" cy="1073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Date Placeholder 3">
            <a:extLst>
              <a:ext uri="{FF2B5EF4-FFF2-40B4-BE49-F238E27FC236}">
                <a16:creationId xmlns:a16="http://schemas.microsoft.com/office/drawing/2014/main" id="{1E599092-A72E-4AC6-9FEE-845FE3527BA9}"/>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900">
                <a:solidFill>
                  <a:schemeClr val="tx1"/>
                </a:solidFill>
                <a:latin typeface="Times New Roman" panose="02020603050405020304" pitchFamily="18" charset="0"/>
              </a:defRPr>
            </a:lvl1pPr>
            <a:lvl2pPr marL="742950" indent="-285750">
              <a:defRPr sz="900">
                <a:solidFill>
                  <a:schemeClr val="tx1"/>
                </a:solidFill>
                <a:latin typeface="Times New Roman" panose="02020603050405020304" pitchFamily="18" charset="0"/>
              </a:defRPr>
            </a:lvl2pPr>
            <a:lvl3pPr marL="1143000" indent="-228600">
              <a:defRPr sz="900">
                <a:solidFill>
                  <a:schemeClr val="tx1"/>
                </a:solidFill>
                <a:latin typeface="Times New Roman" panose="02020603050405020304" pitchFamily="18" charset="0"/>
              </a:defRPr>
            </a:lvl3pPr>
            <a:lvl4pPr marL="1600200" indent="-228600">
              <a:defRPr sz="900">
                <a:solidFill>
                  <a:schemeClr val="tx1"/>
                </a:solidFill>
                <a:latin typeface="Times New Roman" panose="02020603050405020304" pitchFamily="18" charset="0"/>
              </a:defRPr>
            </a:lvl4pPr>
            <a:lvl5pPr marL="2057400" indent="-228600">
              <a:defRPr sz="900">
                <a:solidFill>
                  <a:schemeClr val="tx1"/>
                </a:solidFill>
                <a:latin typeface="Times New Roman" panose="02020603050405020304" pitchFamily="18" charset="0"/>
              </a:defRPr>
            </a:lvl5pPr>
            <a:lvl6pPr marL="2514600" indent="-228600" algn="ctr" eaLnBrk="0" fontAlgn="base" hangingPunct="0">
              <a:spcBef>
                <a:spcPct val="50000"/>
              </a:spcBef>
              <a:spcAft>
                <a:spcPct val="0"/>
              </a:spcAft>
              <a:defRPr sz="900">
                <a:solidFill>
                  <a:schemeClr val="tx1"/>
                </a:solidFill>
                <a:latin typeface="Times New Roman" panose="02020603050405020304" pitchFamily="18" charset="0"/>
              </a:defRPr>
            </a:lvl6pPr>
            <a:lvl7pPr marL="2971800" indent="-228600" algn="ctr" eaLnBrk="0" fontAlgn="base" hangingPunct="0">
              <a:spcBef>
                <a:spcPct val="50000"/>
              </a:spcBef>
              <a:spcAft>
                <a:spcPct val="0"/>
              </a:spcAft>
              <a:defRPr sz="900">
                <a:solidFill>
                  <a:schemeClr val="tx1"/>
                </a:solidFill>
                <a:latin typeface="Times New Roman" panose="02020603050405020304" pitchFamily="18" charset="0"/>
              </a:defRPr>
            </a:lvl7pPr>
            <a:lvl8pPr marL="3429000" indent="-228600" algn="ctr" eaLnBrk="0" fontAlgn="base" hangingPunct="0">
              <a:spcBef>
                <a:spcPct val="50000"/>
              </a:spcBef>
              <a:spcAft>
                <a:spcPct val="0"/>
              </a:spcAft>
              <a:defRPr sz="900">
                <a:solidFill>
                  <a:schemeClr val="tx1"/>
                </a:solidFill>
                <a:latin typeface="Times New Roman" panose="02020603050405020304" pitchFamily="18" charset="0"/>
              </a:defRPr>
            </a:lvl8pPr>
            <a:lvl9pPr marL="3886200" indent="-228600" algn="ctr" eaLnBrk="0" fontAlgn="base" hangingPunct="0">
              <a:spcBef>
                <a:spcPct val="50000"/>
              </a:spcBef>
              <a:spcAft>
                <a:spcPct val="0"/>
              </a:spcAft>
              <a:defRPr sz="900">
                <a:solidFill>
                  <a:schemeClr val="tx1"/>
                </a:solidFill>
                <a:latin typeface="Times New Roman" panose="02020603050405020304" pitchFamily="18" charset="0"/>
              </a:defRPr>
            </a:lvl9pPr>
          </a:lstStyle>
          <a:p>
            <a:fld id="{34629CA7-442E-4D15-BBBC-D2FB0ED06FC2}" type="datetime1">
              <a:rPr lang="en-US" altLang="en-US" sz="1400"/>
              <a:pPr/>
              <a:t>9/14/2020</a:t>
            </a:fld>
            <a:endParaRPr lang="en-US" altLang="en-US" sz="1400"/>
          </a:p>
        </p:txBody>
      </p:sp>
      <p:sp>
        <p:nvSpPr>
          <p:cNvPr id="6147" name="Slide Number Placeholder 4">
            <a:extLst>
              <a:ext uri="{FF2B5EF4-FFF2-40B4-BE49-F238E27FC236}">
                <a16:creationId xmlns:a16="http://schemas.microsoft.com/office/drawing/2014/main" id="{CB9F03E1-6311-4DB6-A87D-03E32D7E1320}"/>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900">
                <a:solidFill>
                  <a:schemeClr val="tx1"/>
                </a:solidFill>
                <a:latin typeface="Times New Roman" panose="02020603050405020304" pitchFamily="18" charset="0"/>
              </a:defRPr>
            </a:lvl1pPr>
            <a:lvl2pPr marL="742950" indent="-285750">
              <a:defRPr sz="900">
                <a:solidFill>
                  <a:schemeClr val="tx1"/>
                </a:solidFill>
                <a:latin typeface="Times New Roman" panose="02020603050405020304" pitchFamily="18" charset="0"/>
              </a:defRPr>
            </a:lvl2pPr>
            <a:lvl3pPr marL="1143000" indent="-228600">
              <a:defRPr sz="900">
                <a:solidFill>
                  <a:schemeClr val="tx1"/>
                </a:solidFill>
                <a:latin typeface="Times New Roman" panose="02020603050405020304" pitchFamily="18" charset="0"/>
              </a:defRPr>
            </a:lvl3pPr>
            <a:lvl4pPr marL="1600200" indent="-228600">
              <a:defRPr sz="900">
                <a:solidFill>
                  <a:schemeClr val="tx1"/>
                </a:solidFill>
                <a:latin typeface="Times New Roman" panose="02020603050405020304" pitchFamily="18" charset="0"/>
              </a:defRPr>
            </a:lvl4pPr>
            <a:lvl5pPr marL="2057400" indent="-228600">
              <a:defRPr sz="900">
                <a:solidFill>
                  <a:schemeClr val="tx1"/>
                </a:solidFill>
                <a:latin typeface="Times New Roman" panose="02020603050405020304" pitchFamily="18" charset="0"/>
              </a:defRPr>
            </a:lvl5pPr>
            <a:lvl6pPr marL="2514600" indent="-228600" algn="ctr" eaLnBrk="0" fontAlgn="base" hangingPunct="0">
              <a:spcBef>
                <a:spcPct val="50000"/>
              </a:spcBef>
              <a:spcAft>
                <a:spcPct val="0"/>
              </a:spcAft>
              <a:defRPr sz="900">
                <a:solidFill>
                  <a:schemeClr val="tx1"/>
                </a:solidFill>
                <a:latin typeface="Times New Roman" panose="02020603050405020304" pitchFamily="18" charset="0"/>
              </a:defRPr>
            </a:lvl6pPr>
            <a:lvl7pPr marL="2971800" indent="-228600" algn="ctr" eaLnBrk="0" fontAlgn="base" hangingPunct="0">
              <a:spcBef>
                <a:spcPct val="50000"/>
              </a:spcBef>
              <a:spcAft>
                <a:spcPct val="0"/>
              </a:spcAft>
              <a:defRPr sz="900">
                <a:solidFill>
                  <a:schemeClr val="tx1"/>
                </a:solidFill>
                <a:latin typeface="Times New Roman" panose="02020603050405020304" pitchFamily="18" charset="0"/>
              </a:defRPr>
            </a:lvl7pPr>
            <a:lvl8pPr marL="3429000" indent="-228600" algn="ctr" eaLnBrk="0" fontAlgn="base" hangingPunct="0">
              <a:spcBef>
                <a:spcPct val="50000"/>
              </a:spcBef>
              <a:spcAft>
                <a:spcPct val="0"/>
              </a:spcAft>
              <a:defRPr sz="900">
                <a:solidFill>
                  <a:schemeClr val="tx1"/>
                </a:solidFill>
                <a:latin typeface="Times New Roman" panose="02020603050405020304" pitchFamily="18" charset="0"/>
              </a:defRPr>
            </a:lvl8pPr>
            <a:lvl9pPr marL="3886200" indent="-228600" algn="ctr" eaLnBrk="0" fontAlgn="base" hangingPunct="0">
              <a:spcBef>
                <a:spcPct val="50000"/>
              </a:spcBef>
              <a:spcAft>
                <a:spcPct val="0"/>
              </a:spcAft>
              <a:defRPr sz="900">
                <a:solidFill>
                  <a:schemeClr val="tx1"/>
                </a:solidFill>
                <a:latin typeface="Times New Roman" panose="02020603050405020304" pitchFamily="18" charset="0"/>
              </a:defRPr>
            </a:lvl9pPr>
          </a:lstStyle>
          <a:p>
            <a:fld id="{F593BADC-46D9-4B51-8CE8-8571ED8CE3B4}" type="slidenum">
              <a:rPr lang="en-US" altLang="en-US" sz="1400"/>
              <a:pPr/>
              <a:t>4</a:t>
            </a:fld>
            <a:endParaRPr lang="en-US" altLang="en-US" sz="1400"/>
          </a:p>
        </p:txBody>
      </p:sp>
      <p:sp>
        <p:nvSpPr>
          <p:cNvPr id="6148" name="Rectangle 2">
            <a:extLst>
              <a:ext uri="{FF2B5EF4-FFF2-40B4-BE49-F238E27FC236}">
                <a16:creationId xmlns:a16="http://schemas.microsoft.com/office/drawing/2014/main" id="{71387E24-B7C1-4135-BB92-7BEF911F8F9F}"/>
              </a:ext>
            </a:extLst>
          </p:cNvPr>
          <p:cNvSpPr>
            <a:spLocks noGrp="1" noChangeArrowheads="1"/>
          </p:cNvSpPr>
          <p:nvPr>
            <p:ph type="title" idx="4294967295"/>
          </p:nvPr>
        </p:nvSpPr>
        <p:spPr>
          <a:xfrm>
            <a:off x="1776413" y="182563"/>
            <a:ext cx="7645400" cy="576262"/>
          </a:xfrm>
        </p:spPr>
        <p:txBody>
          <a:bodyPr>
            <a:normAutofit fontScale="90000"/>
          </a:bodyPr>
          <a:lstStyle/>
          <a:p>
            <a:pPr eaLnBrk="1" hangingPunct="1"/>
            <a:r>
              <a:rPr lang="en-US" altLang="en-US" b="1"/>
              <a:t>Computer System Structure</a:t>
            </a:r>
          </a:p>
        </p:txBody>
      </p:sp>
      <p:sp>
        <p:nvSpPr>
          <p:cNvPr id="7" name="Rectangle 3">
            <a:extLst>
              <a:ext uri="{FF2B5EF4-FFF2-40B4-BE49-F238E27FC236}">
                <a16:creationId xmlns:a16="http://schemas.microsoft.com/office/drawing/2014/main" id="{13EE978A-4B63-4759-8852-9C6D6ACDB720}"/>
              </a:ext>
            </a:extLst>
          </p:cNvPr>
          <p:cNvSpPr txBox="1">
            <a:spLocks noChangeArrowheads="1"/>
          </p:cNvSpPr>
          <p:nvPr/>
        </p:nvSpPr>
        <p:spPr bwMode="auto">
          <a:xfrm>
            <a:off x="1524000" y="920750"/>
            <a:ext cx="8858250" cy="4483100"/>
          </a:xfrm>
          <a:prstGeom prst="rect">
            <a:avLst/>
          </a:prstGeom>
          <a:noFill/>
          <a:ln w="9525">
            <a:noFill/>
            <a:miter lim="800000"/>
            <a:headEnd/>
            <a:tailEnd/>
          </a:ln>
          <a:effectLst/>
        </p:spPr>
        <p:txBody>
          <a:bodyPr/>
          <a:lstStyle/>
          <a:p>
            <a:pPr marL="342900" indent="-342900">
              <a:spcBef>
                <a:spcPct val="20000"/>
              </a:spcBef>
              <a:defRPr/>
            </a:pPr>
            <a:r>
              <a:rPr lang="en-US" sz="2800" kern="0" dirty="0"/>
              <a:t>    Computer system can be divided into four components:</a:t>
            </a:r>
          </a:p>
          <a:p>
            <a:pPr marL="742950" lvl="1" indent="-285750">
              <a:spcBef>
                <a:spcPct val="20000"/>
              </a:spcBef>
              <a:buFontTx/>
              <a:buChar char="–"/>
              <a:defRPr/>
            </a:pPr>
            <a:r>
              <a:rPr lang="en-US" sz="2400" kern="0" dirty="0"/>
              <a:t>Hardware – provides basic computing resources</a:t>
            </a:r>
          </a:p>
          <a:p>
            <a:pPr marL="1143000" lvl="2" indent="-228600">
              <a:spcBef>
                <a:spcPct val="20000"/>
              </a:spcBef>
              <a:buFontTx/>
              <a:buChar char="•"/>
              <a:defRPr/>
            </a:pPr>
            <a:r>
              <a:rPr lang="en-US" sz="2400" kern="0" dirty="0"/>
              <a:t>CPU, memory, I/O devices</a:t>
            </a:r>
          </a:p>
          <a:p>
            <a:pPr marL="742950" lvl="1" indent="-285750">
              <a:spcBef>
                <a:spcPct val="20000"/>
              </a:spcBef>
              <a:buFontTx/>
              <a:buChar char="–"/>
              <a:defRPr/>
            </a:pPr>
            <a:r>
              <a:rPr lang="en-US" sz="2400" kern="0" dirty="0"/>
              <a:t>Operating system</a:t>
            </a:r>
          </a:p>
          <a:p>
            <a:pPr marL="1143000" lvl="2" indent="-228600" algn="just">
              <a:spcBef>
                <a:spcPct val="20000"/>
              </a:spcBef>
              <a:buFontTx/>
              <a:buChar char="•"/>
              <a:defRPr/>
            </a:pPr>
            <a:r>
              <a:rPr lang="en-US" sz="2400" kern="0" dirty="0"/>
              <a:t>Controls and coordinates use of hardware among various applications and users</a:t>
            </a:r>
          </a:p>
          <a:p>
            <a:pPr marL="742950" lvl="1" indent="-285750" algn="just">
              <a:spcBef>
                <a:spcPct val="20000"/>
              </a:spcBef>
              <a:buFontTx/>
              <a:buChar char="–"/>
              <a:defRPr/>
            </a:pPr>
            <a:r>
              <a:rPr lang="en-US" sz="2400" kern="0" dirty="0"/>
              <a:t>Application programs – define the ways in which the system resources are used to solve the computing problems of the users</a:t>
            </a:r>
          </a:p>
          <a:p>
            <a:pPr marL="1143000" lvl="2" indent="-228600" algn="just">
              <a:spcBef>
                <a:spcPct val="20000"/>
              </a:spcBef>
              <a:buFontTx/>
              <a:buChar char="•"/>
              <a:defRPr/>
            </a:pPr>
            <a:r>
              <a:rPr lang="en-US" sz="2400" kern="0" dirty="0"/>
              <a:t>Word </a:t>
            </a:r>
            <a:r>
              <a:rPr lang="en-US" sz="2400" kern="0" dirty="0" smtClean="0"/>
              <a:t>processor, Apps, </a:t>
            </a:r>
            <a:r>
              <a:rPr lang="en-US" sz="2400" kern="0" dirty="0"/>
              <a:t>video </a:t>
            </a:r>
            <a:r>
              <a:rPr lang="en-US" sz="2400" kern="0" dirty="0" smtClean="0"/>
              <a:t>games, Univ. </a:t>
            </a:r>
            <a:r>
              <a:rPr lang="en-US" sz="2400" kern="0" dirty="0" err="1" smtClean="0"/>
              <a:t>Mgmt</a:t>
            </a:r>
            <a:r>
              <a:rPr lang="en-US" sz="2400" kern="0" dirty="0" smtClean="0"/>
              <a:t> System </a:t>
            </a:r>
            <a:r>
              <a:rPr lang="en-US" sz="2400" kern="0" dirty="0" err="1" smtClean="0"/>
              <a:t>etc</a:t>
            </a:r>
            <a:endParaRPr lang="en-US" sz="2400" kern="0" dirty="0"/>
          </a:p>
          <a:p>
            <a:pPr marL="742950" lvl="1" indent="-285750">
              <a:spcBef>
                <a:spcPct val="20000"/>
              </a:spcBef>
              <a:buFontTx/>
              <a:buChar char="–"/>
              <a:defRPr/>
            </a:pPr>
            <a:r>
              <a:rPr lang="en-US" sz="2400" kern="0" dirty="0"/>
              <a:t>Users</a:t>
            </a:r>
          </a:p>
          <a:p>
            <a:pPr marL="1143000" lvl="2" indent="-228600">
              <a:spcBef>
                <a:spcPct val="20000"/>
              </a:spcBef>
              <a:buFontTx/>
              <a:buChar char="•"/>
              <a:defRPr/>
            </a:pPr>
            <a:r>
              <a:rPr lang="en-US" sz="2400" kern="0" dirty="0"/>
              <a:t>People, machines, other computers</a:t>
            </a:r>
          </a:p>
        </p:txBody>
      </p:sp>
      <p:pic>
        <p:nvPicPr>
          <p:cNvPr id="6150" name="Picture 4" descr="C:\Users\Chinmaya\Desktop\Bachhe_collection\download.jpg">
            <a:extLst>
              <a:ext uri="{FF2B5EF4-FFF2-40B4-BE49-F238E27FC236}">
                <a16:creationId xmlns:a16="http://schemas.microsoft.com/office/drawing/2014/main" id="{2D02D5A3-203B-4B80-892F-1D5D908D2D5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39314" y="0"/>
            <a:ext cx="928687" cy="1073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Google Shape;203;p27">
            <a:extLst>
              <a:ext uri="{FF2B5EF4-FFF2-40B4-BE49-F238E27FC236}">
                <a16:creationId xmlns:a16="http://schemas.microsoft.com/office/drawing/2014/main" id="{151514C9-6400-429B-9A25-D0807E341D29}"/>
              </a:ext>
            </a:extLst>
          </p:cNvPr>
          <p:cNvSpPr txBox="1">
            <a:spLocks noChangeArrowheads="1"/>
          </p:cNvSpPr>
          <p:nvPr/>
        </p:nvSpPr>
        <p:spPr bwMode="auto">
          <a:xfrm>
            <a:off x="8255000" y="62293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nchor="b"/>
          <a:lstStyle>
            <a:lvl1pPr>
              <a:defRPr sz="900">
                <a:solidFill>
                  <a:schemeClr val="tx1"/>
                </a:solidFill>
                <a:latin typeface="Times New Roman" panose="02020603050405020304" pitchFamily="18" charset="0"/>
              </a:defRPr>
            </a:lvl1pPr>
            <a:lvl2pPr marL="742950" indent="-285750">
              <a:defRPr sz="900">
                <a:solidFill>
                  <a:schemeClr val="tx1"/>
                </a:solidFill>
                <a:latin typeface="Times New Roman" panose="02020603050405020304" pitchFamily="18" charset="0"/>
              </a:defRPr>
            </a:lvl2pPr>
            <a:lvl3pPr marL="1143000" indent="-228600">
              <a:defRPr sz="900">
                <a:solidFill>
                  <a:schemeClr val="tx1"/>
                </a:solidFill>
                <a:latin typeface="Times New Roman" panose="02020603050405020304" pitchFamily="18" charset="0"/>
              </a:defRPr>
            </a:lvl3pPr>
            <a:lvl4pPr marL="1600200" indent="-228600">
              <a:defRPr sz="900">
                <a:solidFill>
                  <a:schemeClr val="tx1"/>
                </a:solidFill>
                <a:latin typeface="Times New Roman" panose="02020603050405020304" pitchFamily="18" charset="0"/>
              </a:defRPr>
            </a:lvl4pPr>
            <a:lvl5pPr marL="2057400" indent="-228600">
              <a:defRPr sz="900">
                <a:solidFill>
                  <a:schemeClr val="tx1"/>
                </a:solidFill>
                <a:latin typeface="Times New Roman" panose="02020603050405020304" pitchFamily="18" charset="0"/>
              </a:defRPr>
            </a:lvl5pPr>
            <a:lvl6pPr marL="2514600" indent="-228600" algn="ctr" eaLnBrk="0" fontAlgn="base" hangingPunct="0">
              <a:spcBef>
                <a:spcPct val="50000"/>
              </a:spcBef>
              <a:spcAft>
                <a:spcPct val="0"/>
              </a:spcAft>
              <a:defRPr sz="900">
                <a:solidFill>
                  <a:schemeClr val="tx1"/>
                </a:solidFill>
                <a:latin typeface="Times New Roman" panose="02020603050405020304" pitchFamily="18" charset="0"/>
              </a:defRPr>
            </a:lvl6pPr>
            <a:lvl7pPr marL="2971800" indent="-228600" algn="ctr" eaLnBrk="0" fontAlgn="base" hangingPunct="0">
              <a:spcBef>
                <a:spcPct val="50000"/>
              </a:spcBef>
              <a:spcAft>
                <a:spcPct val="0"/>
              </a:spcAft>
              <a:defRPr sz="900">
                <a:solidFill>
                  <a:schemeClr val="tx1"/>
                </a:solidFill>
                <a:latin typeface="Times New Roman" panose="02020603050405020304" pitchFamily="18" charset="0"/>
              </a:defRPr>
            </a:lvl7pPr>
            <a:lvl8pPr marL="3429000" indent="-228600" algn="ctr" eaLnBrk="0" fontAlgn="base" hangingPunct="0">
              <a:spcBef>
                <a:spcPct val="50000"/>
              </a:spcBef>
              <a:spcAft>
                <a:spcPct val="0"/>
              </a:spcAft>
              <a:defRPr sz="900">
                <a:solidFill>
                  <a:schemeClr val="tx1"/>
                </a:solidFill>
                <a:latin typeface="Times New Roman" panose="02020603050405020304" pitchFamily="18" charset="0"/>
              </a:defRPr>
            </a:lvl8pPr>
            <a:lvl9pPr marL="3886200" indent="-228600" algn="ctr" eaLnBrk="0" fontAlgn="base" hangingPunct="0">
              <a:spcBef>
                <a:spcPct val="50000"/>
              </a:spcBef>
              <a:spcAft>
                <a:spcPct val="0"/>
              </a:spcAft>
              <a:defRPr sz="900">
                <a:solidFill>
                  <a:schemeClr val="tx1"/>
                </a:solidFill>
                <a:latin typeface="Times New Roman" panose="02020603050405020304" pitchFamily="18" charset="0"/>
              </a:defRPr>
            </a:lvl9pPr>
          </a:lstStyle>
          <a:p>
            <a:pPr algn="r">
              <a:buClr>
                <a:srgbClr val="5E574E"/>
              </a:buClr>
              <a:buSzPts val="1400"/>
              <a:buFont typeface="Arial" panose="020B0604020202020204" pitchFamily="34" charset="0"/>
              <a:buNone/>
            </a:pPr>
            <a:fld id="{2D700874-E22A-47B7-98BB-8E5A80C4A61F}" type="slidenum">
              <a:rPr lang="en-US" altLang="en-US">
                <a:solidFill>
                  <a:srgbClr val="5E574E"/>
                </a:solidFill>
              </a:rPr>
              <a:pPr algn="r">
                <a:buClr>
                  <a:srgbClr val="5E574E"/>
                </a:buClr>
                <a:buSzPts val="1400"/>
                <a:buFont typeface="Arial" panose="020B0604020202020204" pitchFamily="34" charset="0"/>
                <a:buNone/>
              </a:pPr>
              <a:t>5</a:t>
            </a:fld>
            <a:endParaRPr lang="en-US" altLang="en-US"/>
          </a:p>
        </p:txBody>
      </p:sp>
      <p:sp>
        <p:nvSpPr>
          <p:cNvPr id="7171" name="Google Shape;204;p27">
            <a:extLst>
              <a:ext uri="{FF2B5EF4-FFF2-40B4-BE49-F238E27FC236}">
                <a16:creationId xmlns:a16="http://schemas.microsoft.com/office/drawing/2014/main" id="{4A075C1D-192F-4244-990D-8E2337689B5A}"/>
              </a:ext>
            </a:extLst>
          </p:cNvPr>
          <p:cNvSpPr>
            <a:spLocks noGrp="1"/>
          </p:cNvSpPr>
          <p:nvPr>
            <p:ph type="title"/>
          </p:nvPr>
        </p:nvSpPr>
        <p:spPr>
          <a:xfrm>
            <a:off x="1563688" y="-68263"/>
            <a:ext cx="7772400" cy="1143001"/>
          </a:xfrm>
        </p:spPr>
        <p:txBody>
          <a:bodyPr/>
          <a:lstStyle/>
          <a:p>
            <a:pPr eaLnBrk="1" hangingPunct="1">
              <a:buSzPts val="3600"/>
              <a:buFont typeface="Arial Black" panose="020B0A04020102020204" pitchFamily="34" charset="0"/>
              <a:buNone/>
            </a:pPr>
            <a:r>
              <a:rPr lang="en-US" altLang="en-US" sz="3600">
                <a:latin typeface="Arial Black" panose="020B0A04020102020204" pitchFamily="34" charset="0"/>
                <a:cs typeface="Arial" panose="020B0604020202020204" pitchFamily="34" charset="0"/>
                <a:sym typeface="Arial Black" panose="020B0A04020102020204" pitchFamily="34" charset="0"/>
              </a:rPr>
              <a:t>Abstract View of System</a:t>
            </a:r>
          </a:p>
        </p:txBody>
      </p:sp>
      <p:sp>
        <p:nvSpPr>
          <p:cNvPr id="205" name="Google Shape;205;p27">
            <a:extLst>
              <a:ext uri="{FF2B5EF4-FFF2-40B4-BE49-F238E27FC236}">
                <a16:creationId xmlns:a16="http://schemas.microsoft.com/office/drawing/2014/main" id="{D9CC3280-F8FF-4349-A399-790C851C42F2}"/>
              </a:ext>
            </a:extLst>
          </p:cNvPr>
          <p:cNvSpPr txBox="1"/>
          <p:nvPr/>
        </p:nvSpPr>
        <p:spPr>
          <a:xfrm>
            <a:off x="3048000" y="3276600"/>
            <a:ext cx="5867400" cy="1219200"/>
          </a:xfrm>
          <a:prstGeom prst="rect">
            <a:avLst/>
          </a:prstGeom>
          <a:solidFill>
            <a:srgbClr val="FF9966"/>
          </a:solidFill>
          <a:ln w="9525" cap="flat" cmpd="sng">
            <a:solidFill>
              <a:schemeClr val="dk1"/>
            </a:solidFill>
            <a:prstDash val="solid"/>
            <a:miter lim="800000"/>
            <a:headEnd type="none" w="sm" len="sm"/>
            <a:tailEnd type="none" w="sm" len="sm"/>
          </a:ln>
          <a:effectLst>
            <a:outerShdw blurRad="63500" dist="107763" dir="2700000">
              <a:schemeClr val="lt2"/>
            </a:outerShdw>
          </a:effectLst>
        </p:spPr>
        <p:txBody>
          <a:bodyPr spcFirstLastPara="1" lIns="91425" tIns="45700" rIns="91425" bIns="45700" anchor="ctr"/>
          <a:lstStyle/>
          <a:p>
            <a:pPr>
              <a:buClr>
                <a:schemeClr val="dk1"/>
              </a:buClr>
              <a:buSzPts val="1800"/>
              <a:defRPr/>
            </a:pPr>
            <a:r>
              <a:rPr lang="en-US" kern="0">
                <a:solidFill>
                  <a:schemeClr val="dk1"/>
                </a:solidFill>
                <a:latin typeface="Times New Roman"/>
                <a:ea typeface="Times New Roman"/>
                <a:cs typeface="Times New Roman"/>
                <a:sym typeface="Times New Roman"/>
              </a:rPr>
              <a:t>System and Application Programs</a:t>
            </a:r>
            <a:endParaRPr kern="0">
              <a:latin typeface="Arial"/>
              <a:ea typeface="Arial"/>
              <a:cs typeface="Arial"/>
              <a:sym typeface="Arial"/>
            </a:endParaRPr>
          </a:p>
        </p:txBody>
      </p:sp>
      <p:sp>
        <p:nvSpPr>
          <p:cNvPr id="206" name="Google Shape;206;p27">
            <a:extLst>
              <a:ext uri="{FF2B5EF4-FFF2-40B4-BE49-F238E27FC236}">
                <a16:creationId xmlns:a16="http://schemas.microsoft.com/office/drawing/2014/main" id="{D9ACD452-4FEC-40B2-A629-D91D9A24A263}"/>
              </a:ext>
            </a:extLst>
          </p:cNvPr>
          <p:cNvSpPr txBox="1"/>
          <p:nvPr/>
        </p:nvSpPr>
        <p:spPr>
          <a:xfrm>
            <a:off x="4495800" y="4114800"/>
            <a:ext cx="2971800" cy="914400"/>
          </a:xfrm>
          <a:prstGeom prst="rect">
            <a:avLst/>
          </a:prstGeom>
          <a:solidFill>
            <a:srgbClr val="FF5050"/>
          </a:solidFill>
          <a:ln w="9525" cap="flat" cmpd="sng">
            <a:solidFill>
              <a:schemeClr val="dk1"/>
            </a:solidFill>
            <a:prstDash val="solid"/>
            <a:miter lim="800000"/>
            <a:headEnd type="none" w="sm" len="sm"/>
            <a:tailEnd type="none" w="sm" len="sm"/>
          </a:ln>
          <a:effectLst>
            <a:outerShdw blurRad="63500" dist="107763" dir="2700000">
              <a:schemeClr val="lt2"/>
            </a:outerShdw>
          </a:effectLst>
        </p:spPr>
        <p:txBody>
          <a:bodyPr spcFirstLastPara="1" lIns="91425" tIns="45700" rIns="91425" bIns="45700" anchor="ctr"/>
          <a:lstStyle/>
          <a:p>
            <a:pPr>
              <a:buClr>
                <a:schemeClr val="dk1"/>
              </a:buClr>
              <a:buSzPts val="1600"/>
              <a:defRPr/>
            </a:pPr>
            <a:r>
              <a:rPr lang="en-US" sz="1600" kern="0">
                <a:solidFill>
                  <a:schemeClr val="dk1"/>
                </a:solidFill>
                <a:latin typeface="Times New Roman"/>
                <a:ea typeface="Times New Roman"/>
                <a:cs typeface="Times New Roman"/>
                <a:sym typeface="Times New Roman"/>
              </a:rPr>
              <a:t>Operating System</a:t>
            </a:r>
            <a:endParaRPr kern="0">
              <a:latin typeface="Arial"/>
              <a:ea typeface="Arial"/>
              <a:cs typeface="Arial"/>
              <a:sym typeface="Arial"/>
            </a:endParaRPr>
          </a:p>
        </p:txBody>
      </p:sp>
      <p:sp>
        <p:nvSpPr>
          <p:cNvPr id="207" name="Google Shape;207;p27">
            <a:extLst>
              <a:ext uri="{FF2B5EF4-FFF2-40B4-BE49-F238E27FC236}">
                <a16:creationId xmlns:a16="http://schemas.microsoft.com/office/drawing/2014/main" id="{3CA86B4E-AE7E-478D-B4C2-30F63A2426D5}"/>
              </a:ext>
            </a:extLst>
          </p:cNvPr>
          <p:cNvSpPr txBox="1"/>
          <p:nvPr/>
        </p:nvSpPr>
        <p:spPr>
          <a:xfrm>
            <a:off x="5257800" y="4800600"/>
            <a:ext cx="1447800" cy="914400"/>
          </a:xfrm>
          <a:prstGeom prst="rect">
            <a:avLst/>
          </a:prstGeom>
          <a:solidFill>
            <a:schemeClr val="accent1"/>
          </a:solidFill>
          <a:ln w="9525" cap="flat" cmpd="sng">
            <a:solidFill>
              <a:schemeClr val="dk1"/>
            </a:solidFill>
            <a:prstDash val="solid"/>
            <a:miter lim="800000"/>
            <a:headEnd type="none" w="sm" len="sm"/>
            <a:tailEnd type="none" w="sm" len="sm"/>
          </a:ln>
          <a:effectLst>
            <a:outerShdw blurRad="63500" dist="107763" dir="2700000">
              <a:schemeClr val="lt2"/>
            </a:outerShdw>
          </a:effectLst>
        </p:spPr>
        <p:txBody>
          <a:bodyPr spcFirstLastPara="1" lIns="91425" tIns="45700" rIns="91425" bIns="45700" anchor="ctr"/>
          <a:lstStyle/>
          <a:p>
            <a:pPr>
              <a:buClr>
                <a:schemeClr val="dk1"/>
              </a:buClr>
              <a:buSzPts val="1400"/>
              <a:defRPr/>
            </a:pPr>
            <a:r>
              <a:rPr lang="en-US" kern="0">
                <a:solidFill>
                  <a:schemeClr val="dk1"/>
                </a:solidFill>
                <a:latin typeface="Times New Roman"/>
                <a:ea typeface="Times New Roman"/>
                <a:cs typeface="Times New Roman"/>
                <a:sym typeface="Times New Roman"/>
              </a:rPr>
              <a:t>Computer </a:t>
            </a:r>
            <a:endParaRPr kern="0">
              <a:latin typeface="Arial"/>
              <a:ea typeface="Arial"/>
              <a:cs typeface="Arial"/>
              <a:sym typeface="Arial"/>
            </a:endParaRPr>
          </a:p>
          <a:p>
            <a:pPr>
              <a:buClr>
                <a:schemeClr val="dk1"/>
              </a:buClr>
              <a:buSzPts val="1400"/>
              <a:defRPr/>
            </a:pPr>
            <a:r>
              <a:rPr lang="en-US" kern="0">
                <a:solidFill>
                  <a:schemeClr val="dk1"/>
                </a:solidFill>
                <a:latin typeface="Times New Roman"/>
                <a:ea typeface="Times New Roman"/>
                <a:cs typeface="Times New Roman"/>
                <a:sym typeface="Times New Roman"/>
              </a:rPr>
              <a:t>Hardware</a:t>
            </a:r>
            <a:endParaRPr kern="0">
              <a:latin typeface="Arial"/>
              <a:ea typeface="Arial"/>
              <a:cs typeface="Arial"/>
              <a:sym typeface="Arial"/>
            </a:endParaRPr>
          </a:p>
        </p:txBody>
      </p:sp>
      <p:sp>
        <p:nvSpPr>
          <p:cNvPr id="208" name="Google Shape;208;p27">
            <a:extLst>
              <a:ext uri="{FF2B5EF4-FFF2-40B4-BE49-F238E27FC236}">
                <a16:creationId xmlns:a16="http://schemas.microsoft.com/office/drawing/2014/main" id="{6B8F561C-C155-4514-83B1-7CCAD9BA12C6}"/>
              </a:ext>
            </a:extLst>
          </p:cNvPr>
          <p:cNvSpPr txBox="1"/>
          <p:nvPr/>
        </p:nvSpPr>
        <p:spPr>
          <a:xfrm>
            <a:off x="3276600" y="2057400"/>
            <a:ext cx="609600" cy="685800"/>
          </a:xfrm>
          <a:prstGeom prst="rect">
            <a:avLst/>
          </a:prstGeom>
          <a:solidFill>
            <a:srgbClr val="9999FF"/>
          </a:solidFill>
          <a:ln w="9525" cap="flat" cmpd="sng">
            <a:solidFill>
              <a:schemeClr val="dk1"/>
            </a:solidFill>
            <a:prstDash val="solid"/>
            <a:miter lim="800000"/>
            <a:headEnd type="none" w="sm" len="sm"/>
            <a:tailEnd type="none" w="sm" len="sm"/>
          </a:ln>
          <a:effectLst>
            <a:outerShdw blurRad="63500" dist="107763" dir="2700000">
              <a:schemeClr val="lt2"/>
            </a:outerShdw>
          </a:effectLst>
        </p:spPr>
        <p:txBody>
          <a:bodyPr spcFirstLastPara="1" lIns="91425" tIns="45700" rIns="91425" bIns="45700" anchor="ctr"/>
          <a:lstStyle/>
          <a:p>
            <a:pPr>
              <a:buClr>
                <a:schemeClr val="dk1"/>
              </a:buClr>
              <a:buSzPts val="1200"/>
              <a:defRPr/>
            </a:pPr>
            <a:r>
              <a:rPr lang="en-US" sz="1200" kern="0">
                <a:solidFill>
                  <a:schemeClr val="dk1"/>
                </a:solidFill>
                <a:latin typeface="Times New Roman"/>
                <a:ea typeface="Times New Roman"/>
                <a:cs typeface="Times New Roman"/>
                <a:sym typeface="Times New Roman"/>
              </a:rPr>
              <a:t>User</a:t>
            </a:r>
            <a:endParaRPr kern="0">
              <a:latin typeface="Arial"/>
              <a:ea typeface="Arial"/>
              <a:cs typeface="Arial"/>
              <a:sym typeface="Arial"/>
            </a:endParaRPr>
          </a:p>
          <a:p>
            <a:pPr>
              <a:buClr>
                <a:schemeClr val="dk1"/>
              </a:buClr>
              <a:buSzPts val="1200"/>
              <a:defRPr/>
            </a:pPr>
            <a:r>
              <a:rPr lang="en-US" sz="1200" kern="0">
                <a:solidFill>
                  <a:schemeClr val="dk1"/>
                </a:solidFill>
                <a:latin typeface="Times New Roman"/>
                <a:ea typeface="Times New Roman"/>
                <a:cs typeface="Times New Roman"/>
                <a:sym typeface="Times New Roman"/>
              </a:rPr>
              <a:t>1</a:t>
            </a:r>
            <a:endParaRPr kern="0">
              <a:latin typeface="Arial"/>
              <a:ea typeface="Arial"/>
              <a:cs typeface="Arial"/>
              <a:sym typeface="Arial"/>
            </a:endParaRPr>
          </a:p>
          <a:p>
            <a:pPr>
              <a:buClr>
                <a:srgbClr val="000000"/>
              </a:buClr>
              <a:defRPr/>
            </a:pPr>
            <a:endParaRPr sz="1200" kern="0">
              <a:solidFill>
                <a:schemeClr val="dk1"/>
              </a:solidFill>
              <a:latin typeface="Times New Roman"/>
              <a:ea typeface="Times New Roman"/>
              <a:cs typeface="Times New Roman"/>
              <a:sym typeface="Times New Roman"/>
            </a:endParaRPr>
          </a:p>
        </p:txBody>
      </p:sp>
      <p:sp>
        <p:nvSpPr>
          <p:cNvPr id="209" name="Google Shape;209;p27">
            <a:extLst>
              <a:ext uri="{FF2B5EF4-FFF2-40B4-BE49-F238E27FC236}">
                <a16:creationId xmlns:a16="http://schemas.microsoft.com/office/drawing/2014/main" id="{181CC124-8305-4993-9033-DD6B6F387C89}"/>
              </a:ext>
            </a:extLst>
          </p:cNvPr>
          <p:cNvSpPr txBox="1"/>
          <p:nvPr/>
        </p:nvSpPr>
        <p:spPr>
          <a:xfrm>
            <a:off x="4495800" y="2133600"/>
            <a:ext cx="609600" cy="685800"/>
          </a:xfrm>
          <a:prstGeom prst="rect">
            <a:avLst/>
          </a:prstGeom>
          <a:solidFill>
            <a:srgbClr val="9999FF"/>
          </a:solidFill>
          <a:ln w="9525" cap="flat" cmpd="sng">
            <a:solidFill>
              <a:schemeClr val="dk1"/>
            </a:solidFill>
            <a:prstDash val="solid"/>
            <a:miter lim="800000"/>
            <a:headEnd type="none" w="sm" len="sm"/>
            <a:tailEnd type="none" w="sm" len="sm"/>
          </a:ln>
          <a:effectLst>
            <a:outerShdw blurRad="63500" dist="107763" dir="2700000">
              <a:schemeClr val="lt2"/>
            </a:outerShdw>
          </a:effectLst>
        </p:spPr>
        <p:txBody>
          <a:bodyPr spcFirstLastPara="1" lIns="91425" tIns="45700" rIns="91425" bIns="45700" anchor="ctr"/>
          <a:lstStyle/>
          <a:p>
            <a:pPr>
              <a:buClr>
                <a:schemeClr val="dk1"/>
              </a:buClr>
              <a:buSzPts val="1200"/>
              <a:defRPr/>
            </a:pPr>
            <a:r>
              <a:rPr lang="en-US" sz="1200" kern="0">
                <a:solidFill>
                  <a:schemeClr val="dk1"/>
                </a:solidFill>
                <a:latin typeface="Times New Roman"/>
                <a:ea typeface="Times New Roman"/>
                <a:cs typeface="Times New Roman"/>
                <a:sym typeface="Times New Roman"/>
              </a:rPr>
              <a:t>User</a:t>
            </a:r>
            <a:endParaRPr kern="0">
              <a:latin typeface="Arial"/>
              <a:ea typeface="Arial"/>
              <a:cs typeface="Arial"/>
              <a:sym typeface="Arial"/>
            </a:endParaRPr>
          </a:p>
          <a:p>
            <a:pPr>
              <a:buClr>
                <a:schemeClr val="dk1"/>
              </a:buClr>
              <a:buSzPts val="1200"/>
              <a:defRPr/>
            </a:pPr>
            <a:r>
              <a:rPr lang="en-US" sz="1200" kern="0">
                <a:solidFill>
                  <a:schemeClr val="dk1"/>
                </a:solidFill>
                <a:latin typeface="Times New Roman"/>
                <a:ea typeface="Times New Roman"/>
                <a:cs typeface="Times New Roman"/>
                <a:sym typeface="Times New Roman"/>
              </a:rPr>
              <a:t>2</a:t>
            </a:r>
            <a:endParaRPr kern="0">
              <a:latin typeface="Arial"/>
              <a:ea typeface="Arial"/>
              <a:cs typeface="Arial"/>
              <a:sym typeface="Arial"/>
            </a:endParaRPr>
          </a:p>
        </p:txBody>
      </p:sp>
      <p:sp>
        <p:nvSpPr>
          <p:cNvPr id="210" name="Google Shape;210;p27">
            <a:extLst>
              <a:ext uri="{FF2B5EF4-FFF2-40B4-BE49-F238E27FC236}">
                <a16:creationId xmlns:a16="http://schemas.microsoft.com/office/drawing/2014/main" id="{29243CBE-AB71-4B26-ACCA-465A436F69A4}"/>
              </a:ext>
            </a:extLst>
          </p:cNvPr>
          <p:cNvSpPr txBox="1"/>
          <p:nvPr/>
        </p:nvSpPr>
        <p:spPr>
          <a:xfrm>
            <a:off x="5791200" y="2133600"/>
            <a:ext cx="609600" cy="685800"/>
          </a:xfrm>
          <a:prstGeom prst="rect">
            <a:avLst/>
          </a:prstGeom>
          <a:solidFill>
            <a:srgbClr val="9999FF"/>
          </a:solidFill>
          <a:ln w="9525" cap="flat" cmpd="sng">
            <a:solidFill>
              <a:schemeClr val="dk1"/>
            </a:solidFill>
            <a:prstDash val="solid"/>
            <a:miter lim="800000"/>
            <a:headEnd type="none" w="sm" len="sm"/>
            <a:tailEnd type="none" w="sm" len="sm"/>
          </a:ln>
          <a:effectLst>
            <a:outerShdw blurRad="63500" dist="107763" dir="2700000">
              <a:schemeClr val="lt2"/>
            </a:outerShdw>
          </a:effectLst>
        </p:spPr>
        <p:txBody>
          <a:bodyPr spcFirstLastPara="1" lIns="91425" tIns="45700" rIns="91425" bIns="45700" anchor="ctr"/>
          <a:lstStyle/>
          <a:p>
            <a:pPr>
              <a:buClr>
                <a:schemeClr val="dk1"/>
              </a:buClr>
              <a:buSzPts val="1200"/>
              <a:defRPr/>
            </a:pPr>
            <a:r>
              <a:rPr lang="en-US" sz="1200" kern="0">
                <a:solidFill>
                  <a:schemeClr val="dk1"/>
                </a:solidFill>
                <a:latin typeface="Times New Roman"/>
                <a:ea typeface="Times New Roman"/>
                <a:cs typeface="Times New Roman"/>
                <a:sym typeface="Times New Roman"/>
              </a:rPr>
              <a:t>User</a:t>
            </a:r>
            <a:endParaRPr kern="0">
              <a:latin typeface="Arial"/>
              <a:ea typeface="Arial"/>
              <a:cs typeface="Arial"/>
              <a:sym typeface="Arial"/>
            </a:endParaRPr>
          </a:p>
          <a:p>
            <a:pPr>
              <a:buClr>
                <a:schemeClr val="dk1"/>
              </a:buClr>
              <a:buSzPts val="1200"/>
              <a:defRPr/>
            </a:pPr>
            <a:r>
              <a:rPr lang="en-US" sz="1200" kern="0">
                <a:solidFill>
                  <a:schemeClr val="dk1"/>
                </a:solidFill>
                <a:latin typeface="Times New Roman"/>
                <a:ea typeface="Times New Roman"/>
                <a:cs typeface="Times New Roman"/>
                <a:sym typeface="Times New Roman"/>
              </a:rPr>
              <a:t>3</a:t>
            </a:r>
            <a:endParaRPr kern="0">
              <a:latin typeface="Arial"/>
              <a:ea typeface="Arial"/>
              <a:cs typeface="Arial"/>
              <a:sym typeface="Arial"/>
            </a:endParaRPr>
          </a:p>
        </p:txBody>
      </p:sp>
      <p:sp>
        <p:nvSpPr>
          <p:cNvPr id="211" name="Google Shape;211;p27">
            <a:extLst>
              <a:ext uri="{FF2B5EF4-FFF2-40B4-BE49-F238E27FC236}">
                <a16:creationId xmlns:a16="http://schemas.microsoft.com/office/drawing/2014/main" id="{F081602A-47E6-48A5-B504-8C3022AE4409}"/>
              </a:ext>
            </a:extLst>
          </p:cNvPr>
          <p:cNvSpPr txBox="1"/>
          <p:nvPr/>
        </p:nvSpPr>
        <p:spPr>
          <a:xfrm>
            <a:off x="8229600" y="2133600"/>
            <a:ext cx="609600" cy="685800"/>
          </a:xfrm>
          <a:prstGeom prst="rect">
            <a:avLst/>
          </a:prstGeom>
          <a:solidFill>
            <a:srgbClr val="9999FF"/>
          </a:solidFill>
          <a:ln w="9525" cap="flat" cmpd="sng">
            <a:solidFill>
              <a:schemeClr val="dk1"/>
            </a:solidFill>
            <a:prstDash val="solid"/>
            <a:miter lim="800000"/>
            <a:headEnd type="none" w="sm" len="sm"/>
            <a:tailEnd type="none" w="sm" len="sm"/>
          </a:ln>
          <a:effectLst>
            <a:outerShdw blurRad="63500" dist="107763" dir="2700000">
              <a:schemeClr val="lt2"/>
            </a:outerShdw>
          </a:effectLst>
        </p:spPr>
        <p:txBody>
          <a:bodyPr spcFirstLastPara="1" lIns="91425" tIns="45700" rIns="91425" bIns="45700" anchor="ctr"/>
          <a:lstStyle/>
          <a:p>
            <a:pPr>
              <a:buClr>
                <a:schemeClr val="dk1"/>
              </a:buClr>
              <a:buSzPts val="1200"/>
              <a:defRPr/>
            </a:pPr>
            <a:r>
              <a:rPr lang="en-US" sz="1200" kern="0">
                <a:solidFill>
                  <a:schemeClr val="dk1"/>
                </a:solidFill>
                <a:latin typeface="Times New Roman"/>
                <a:ea typeface="Times New Roman"/>
                <a:cs typeface="Times New Roman"/>
                <a:sym typeface="Times New Roman"/>
              </a:rPr>
              <a:t>User</a:t>
            </a:r>
            <a:endParaRPr kern="0">
              <a:latin typeface="Arial"/>
              <a:ea typeface="Arial"/>
              <a:cs typeface="Arial"/>
              <a:sym typeface="Arial"/>
            </a:endParaRPr>
          </a:p>
          <a:p>
            <a:pPr>
              <a:buClr>
                <a:schemeClr val="dk1"/>
              </a:buClr>
              <a:buSzPts val="1200"/>
              <a:defRPr/>
            </a:pPr>
            <a:r>
              <a:rPr lang="en-US" sz="1200" kern="0">
                <a:solidFill>
                  <a:schemeClr val="dk1"/>
                </a:solidFill>
                <a:latin typeface="Times New Roman"/>
                <a:ea typeface="Times New Roman"/>
                <a:cs typeface="Times New Roman"/>
                <a:sym typeface="Times New Roman"/>
              </a:rPr>
              <a:t>n</a:t>
            </a:r>
            <a:endParaRPr kern="0">
              <a:latin typeface="Arial"/>
              <a:ea typeface="Arial"/>
              <a:cs typeface="Arial"/>
              <a:sym typeface="Arial"/>
            </a:endParaRPr>
          </a:p>
        </p:txBody>
      </p:sp>
      <p:cxnSp>
        <p:nvCxnSpPr>
          <p:cNvPr id="7179" name="Google Shape;212;p27">
            <a:extLst>
              <a:ext uri="{FF2B5EF4-FFF2-40B4-BE49-F238E27FC236}">
                <a16:creationId xmlns:a16="http://schemas.microsoft.com/office/drawing/2014/main" id="{B18038AC-A84C-4EAD-AD94-8F6AE97310F7}"/>
              </a:ext>
            </a:extLst>
          </p:cNvPr>
          <p:cNvCxnSpPr>
            <a:cxnSpLocks noChangeShapeType="1"/>
          </p:cNvCxnSpPr>
          <p:nvPr/>
        </p:nvCxnSpPr>
        <p:spPr bwMode="auto">
          <a:xfrm>
            <a:off x="3657600" y="2819400"/>
            <a:ext cx="0" cy="457200"/>
          </a:xfrm>
          <a:prstGeom prst="straightConnector1">
            <a:avLst/>
          </a:prstGeom>
          <a:noFill/>
          <a:ln w="9525">
            <a:solidFill>
              <a:schemeClr val="tx1"/>
            </a:solidFill>
            <a:miter lim="800000"/>
            <a:headEnd type="triangle" w="med" len="med"/>
            <a:tailEnd type="triangle" w="med" len="med"/>
          </a:ln>
          <a:extLst>
            <a:ext uri="{909E8E84-426E-40DD-AFC4-6F175D3DCCD1}">
              <a14:hiddenFill xmlns:a14="http://schemas.microsoft.com/office/drawing/2010/main">
                <a:noFill/>
              </a14:hiddenFill>
            </a:ext>
          </a:extLst>
        </p:spPr>
      </p:cxnSp>
      <p:cxnSp>
        <p:nvCxnSpPr>
          <p:cNvPr id="7180" name="Google Shape;213;p27">
            <a:extLst>
              <a:ext uri="{FF2B5EF4-FFF2-40B4-BE49-F238E27FC236}">
                <a16:creationId xmlns:a16="http://schemas.microsoft.com/office/drawing/2014/main" id="{245D480C-512A-4031-8BB8-E96FCF58067E}"/>
              </a:ext>
            </a:extLst>
          </p:cNvPr>
          <p:cNvCxnSpPr>
            <a:cxnSpLocks noChangeShapeType="1"/>
          </p:cNvCxnSpPr>
          <p:nvPr/>
        </p:nvCxnSpPr>
        <p:spPr bwMode="auto">
          <a:xfrm>
            <a:off x="4876800" y="2895600"/>
            <a:ext cx="0" cy="381000"/>
          </a:xfrm>
          <a:prstGeom prst="straightConnector1">
            <a:avLst/>
          </a:prstGeom>
          <a:noFill/>
          <a:ln w="9525">
            <a:solidFill>
              <a:schemeClr val="tx1"/>
            </a:solidFill>
            <a:miter lim="800000"/>
            <a:headEnd type="triangle" w="med" len="med"/>
            <a:tailEnd type="triangle" w="med" len="med"/>
          </a:ln>
          <a:extLst>
            <a:ext uri="{909E8E84-426E-40DD-AFC4-6F175D3DCCD1}">
              <a14:hiddenFill xmlns:a14="http://schemas.microsoft.com/office/drawing/2010/main">
                <a:noFill/>
              </a14:hiddenFill>
            </a:ext>
          </a:extLst>
        </p:spPr>
      </p:cxnSp>
      <p:cxnSp>
        <p:nvCxnSpPr>
          <p:cNvPr id="7181" name="Google Shape;214;p27">
            <a:extLst>
              <a:ext uri="{FF2B5EF4-FFF2-40B4-BE49-F238E27FC236}">
                <a16:creationId xmlns:a16="http://schemas.microsoft.com/office/drawing/2014/main" id="{23641330-DCD3-43DE-8163-746E1CBE73C2}"/>
              </a:ext>
            </a:extLst>
          </p:cNvPr>
          <p:cNvCxnSpPr>
            <a:cxnSpLocks noChangeShapeType="1"/>
          </p:cNvCxnSpPr>
          <p:nvPr/>
        </p:nvCxnSpPr>
        <p:spPr bwMode="auto">
          <a:xfrm>
            <a:off x="6172200" y="2895600"/>
            <a:ext cx="0" cy="381000"/>
          </a:xfrm>
          <a:prstGeom prst="straightConnector1">
            <a:avLst/>
          </a:prstGeom>
          <a:noFill/>
          <a:ln w="9525">
            <a:solidFill>
              <a:schemeClr val="tx1"/>
            </a:solidFill>
            <a:miter lim="800000"/>
            <a:headEnd type="triangle" w="med" len="med"/>
            <a:tailEnd type="triangle" w="med" len="med"/>
          </a:ln>
          <a:extLst>
            <a:ext uri="{909E8E84-426E-40DD-AFC4-6F175D3DCCD1}">
              <a14:hiddenFill xmlns:a14="http://schemas.microsoft.com/office/drawing/2010/main">
                <a:noFill/>
              </a14:hiddenFill>
            </a:ext>
          </a:extLst>
        </p:spPr>
      </p:cxnSp>
      <p:cxnSp>
        <p:nvCxnSpPr>
          <p:cNvPr id="7182" name="Google Shape;215;p27">
            <a:extLst>
              <a:ext uri="{FF2B5EF4-FFF2-40B4-BE49-F238E27FC236}">
                <a16:creationId xmlns:a16="http://schemas.microsoft.com/office/drawing/2014/main" id="{EC2BC6E4-ED51-4E3E-9281-C7E6488B31E6}"/>
              </a:ext>
            </a:extLst>
          </p:cNvPr>
          <p:cNvCxnSpPr>
            <a:cxnSpLocks noChangeShapeType="1"/>
          </p:cNvCxnSpPr>
          <p:nvPr/>
        </p:nvCxnSpPr>
        <p:spPr bwMode="auto">
          <a:xfrm>
            <a:off x="8610600" y="2895600"/>
            <a:ext cx="0" cy="381000"/>
          </a:xfrm>
          <a:prstGeom prst="straightConnector1">
            <a:avLst/>
          </a:prstGeom>
          <a:noFill/>
          <a:ln w="9525">
            <a:solidFill>
              <a:schemeClr val="tx1"/>
            </a:solidFill>
            <a:miter lim="800000"/>
            <a:headEnd type="triangle" w="med" len="med"/>
            <a:tailEnd type="triangle" w="med" len="med"/>
          </a:ln>
          <a:extLst>
            <a:ext uri="{909E8E84-426E-40DD-AFC4-6F175D3DCCD1}">
              <a14:hiddenFill xmlns:a14="http://schemas.microsoft.com/office/drawing/2010/main">
                <a:noFill/>
              </a14:hiddenFill>
            </a:ext>
          </a:extLst>
        </p:spPr>
      </p:cxnSp>
      <p:sp>
        <p:nvSpPr>
          <p:cNvPr id="7183" name="Google Shape;216;p27">
            <a:extLst>
              <a:ext uri="{FF2B5EF4-FFF2-40B4-BE49-F238E27FC236}">
                <a16:creationId xmlns:a16="http://schemas.microsoft.com/office/drawing/2014/main" id="{C43E231D-E2D6-434D-BD89-684FAD682FDF}"/>
              </a:ext>
            </a:extLst>
          </p:cNvPr>
          <p:cNvSpPr txBox="1">
            <a:spLocks noChangeArrowheads="1"/>
          </p:cNvSpPr>
          <p:nvPr/>
        </p:nvSpPr>
        <p:spPr bwMode="auto">
          <a:xfrm>
            <a:off x="3108326" y="3313114"/>
            <a:ext cx="728663"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lstStyle>
            <a:lvl1pPr>
              <a:defRPr sz="900">
                <a:solidFill>
                  <a:schemeClr val="tx1"/>
                </a:solidFill>
                <a:latin typeface="Times New Roman" panose="02020603050405020304" pitchFamily="18" charset="0"/>
              </a:defRPr>
            </a:lvl1pPr>
            <a:lvl2pPr marL="742950" indent="-285750">
              <a:defRPr sz="900">
                <a:solidFill>
                  <a:schemeClr val="tx1"/>
                </a:solidFill>
                <a:latin typeface="Times New Roman" panose="02020603050405020304" pitchFamily="18" charset="0"/>
              </a:defRPr>
            </a:lvl2pPr>
            <a:lvl3pPr marL="1143000" indent="-228600">
              <a:defRPr sz="900">
                <a:solidFill>
                  <a:schemeClr val="tx1"/>
                </a:solidFill>
                <a:latin typeface="Times New Roman" panose="02020603050405020304" pitchFamily="18" charset="0"/>
              </a:defRPr>
            </a:lvl3pPr>
            <a:lvl4pPr marL="1600200" indent="-228600">
              <a:defRPr sz="900">
                <a:solidFill>
                  <a:schemeClr val="tx1"/>
                </a:solidFill>
                <a:latin typeface="Times New Roman" panose="02020603050405020304" pitchFamily="18" charset="0"/>
              </a:defRPr>
            </a:lvl4pPr>
            <a:lvl5pPr marL="2057400" indent="-228600">
              <a:defRPr sz="900">
                <a:solidFill>
                  <a:schemeClr val="tx1"/>
                </a:solidFill>
                <a:latin typeface="Times New Roman" panose="02020603050405020304" pitchFamily="18" charset="0"/>
              </a:defRPr>
            </a:lvl5pPr>
            <a:lvl6pPr marL="2514600" indent="-228600" algn="ctr" eaLnBrk="0" fontAlgn="base" hangingPunct="0">
              <a:spcBef>
                <a:spcPct val="50000"/>
              </a:spcBef>
              <a:spcAft>
                <a:spcPct val="0"/>
              </a:spcAft>
              <a:defRPr sz="900">
                <a:solidFill>
                  <a:schemeClr val="tx1"/>
                </a:solidFill>
                <a:latin typeface="Times New Roman" panose="02020603050405020304" pitchFamily="18" charset="0"/>
              </a:defRPr>
            </a:lvl6pPr>
            <a:lvl7pPr marL="2971800" indent="-228600" algn="ctr" eaLnBrk="0" fontAlgn="base" hangingPunct="0">
              <a:spcBef>
                <a:spcPct val="50000"/>
              </a:spcBef>
              <a:spcAft>
                <a:spcPct val="0"/>
              </a:spcAft>
              <a:defRPr sz="900">
                <a:solidFill>
                  <a:schemeClr val="tx1"/>
                </a:solidFill>
                <a:latin typeface="Times New Roman" panose="02020603050405020304" pitchFamily="18" charset="0"/>
              </a:defRPr>
            </a:lvl7pPr>
            <a:lvl8pPr marL="3429000" indent="-228600" algn="ctr" eaLnBrk="0" fontAlgn="base" hangingPunct="0">
              <a:spcBef>
                <a:spcPct val="50000"/>
              </a:spcBef>
              <a:spcAft>
                <a:spcPct val="0"/>
              </a:spcAft>
              <a:defRPr sz="900">
                <a:solidFill>
                  <a:schemeClr val="tx1"/>
                </a:solidFill>
                <a:latin typeface="Times New Roman" panose="02020603050405020304" pitchFamily="18" charset="0"/>
              </a:defRPr>
            </a:lvl8pPr>
            <a:lvl9pPr marL="3886200" indent="-228600" algn="ctr" eaLnBrk="0" fontAlgn="base" hangingPunct="0">
              <a:spcBef>
                <a:spcPct val="50000"/>
              </a:spcBef>
              <a:spcAft>
                <a:spcPct val="0"/>
              </a:spcAft>
              <a:defRPr sz="900">
                <a:solidFill>
                  <a:schemeClr val="tx1"/>
                </a:solidFill>
                <a:latin typeface="Times New Roman" panose="02020603050405020304" pitchFamily="18" charset="0"/>
              </a:defRPr>
            </a:lvl9pPr>
          </a:lstStyle>
          <a:p>
            <a:pPr>
              <a:buClr>
                <a:srgbClr val="000000"/>
              </a:buClr>
              <a:buSzPts val="1200"/>
              <a:buFont typeface="Times New Roman" panose="02020603050405020304" pitchFamily="18" charset="0"/>
              <a:buNone/>
            </a:pPr>
            <a:r>
              <a:rPr lang="en-US" altLang="en-US" sz="1200">
                <a:cs typeface="Times New Roman" panose="02020603050405020304" pitchFamily="18" charset="0"/>
                <a:sym typeface="Times New Roman" panose="02020603050405020304" pitchFamily="18" charset="0"/>
              </a:rPr>
              <a:t>compiler</a:t>
            </a:r>
            <a:endParaRPr lang="en-US" altLang="en-US"/>
          </a:p>
        </p:txBody>
      </p:sp>
      <p:sp>
        <p:nvSpPr>
          <p:cNvPr id="7184" name="Google Shape;217;p27">
            <a:extLst>
              <a:ext uri="{FF2B5EF4-FFF2-40B4-BE49-F238E27FC236}">
                <a16:creationId xmlns:a16="http://schemas.microsoft.com/office/drawing/2014/main" id="{1D778BE8-C4A4-4954-87AB-F62C13486444}"/>
              </a:ext>
            </a:extLst>
          </p:cNvPr>
          <p:cNvSpPr txBox="1">
            <a:spLocks noChangeArrowheads="1"/>
          </p:cNvSpPr>
          <p:nvPr/>
        </p:nvSpPr>
        <p:spPr bwMode="auto">
          <a:xfrm>
            <a:off x="4327525" y="3313114"/>
            <a:ext cx="795338"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lstStyle>
            <a:lvl1pPr>
              <a:defRPr sz="900">
                <a:solidFill>
                  <a:schemeClr val="tx1"/>
                </a:solidFill>
                <a:latin typeface="Times New Roman" panose="02020603050405020304" pitchFamily="18" charset="0"/>
              </a:defRPr>
            </a:lvl1pPr>
            <a:lvl2pPr marL="742950" indent="-285750">
              <a:defRPr sz="900">
                <a:solidFill>
                  <a:schemeClr val="tx1"/>
                </a:solidFill>
                <a:latin typeface="Times New Roman" panose="02020603050405020304" pitchFamily="18" charset="0"/>
              </a:defRPr>
            </a:lvl2pPr>
            <a:lvl3pPr marL="1143000" indent="-228600">
              <a:defRPr sz="900">
                <a:solidFill>
                  <a:schemeClr val="tx1"/>
                </a:solidFill>
                <a:latin typeface="Times New Roman" panose="02020603050405020304" pitchFamily="18" charset="0"/>
              </a:defRPr>
            </a:lvl3pPr>
            <a:lvl4pPr marL="1600200" indent="-228600">
              <a:defRPr sz="900">
                <a:solidFill>
                  <a:schemeClr val="tx1"/>
                </a:solidFill>
                <a:latin typeface="Times New Roman" panose="02020603050405020304" pitchFamily="18" charset="0"/>
              </a:defRPr>
            </a:lvl4pPr>
            <a:lvl5pPr marL="2057400" indent="-228600">
              <a:defRPr sz="900">
                <a:solidFill>
                  <a:schemeClr val="tx1"/>
                </a:solidFill>
                <a:latin typeface="Times New Roman" panose="02020603050405020304" pitchFamily="18" charset="0"/>
              </a:defRPr>
            </a:lvl5pPr>
            <a:lvl6pPr marL="2514600" indent="-228600" algn="ctr" eaLnBrk="0" fontAlgn="base" hangingPunct="0">
              <a:spcBef>
                <a:spcPct val="50000"/>
              </a:spcBef>
              <a:spcAft>
                <a:spcPct val="0"/>
              </a:spcAft>
              <a:defRPr sz="900">
                <a:solidFill>
                  <a:schemeClr val="tx1"/>
                </a:solidFill>
                <a:latin typeface="Times New Roman" panose="02020603050405020304" pitchFamily="18" charset="0"/>
              </a:defRPr>
            </a:lvl6pPr>
            <a:lvl7pPr marL="2971800" indent="-228600" algn="ctr" eaLnBrk="0" fontAlgn="base" hangingPunct="0">
              <a:spcBef>
                <a:spcPct val="50000"/>
              </a:spcBef>
              <a:spcAft>
                <a:spcPct val="0"/>
              </a:spcAft>
              <a:defRPr sz="900">
                <a:solidFill>
                  <a:schemeClr val="tx1"/>
                </a:solidFill>
                <a:latin typeface="Times New Roman" panose="02020603050405020304" pitchFamily="18" charset="0"/>
              </a:defRPr>
            </a:lvl7pPr>
            <a:lvl8pPr marL="3429000" indent="-228600" algn="ctr" eaLnBrk="0" fontAlgn="base" hangingPunct="0">
              <a:spcBef>
                <a:spcPct val="50000"/>
              </a:spcBef>
              <a:spcAft>
                <a:spcPct val="0"/>
              </a:spcAft>
              <a:defRPr sz="900">
                <a:solidFill>
                  <a:schemeClr val="tx1"/>
                </a:solidFill>
                <a:latin typeface="Times New Roman" panose="02020603050405020304" pitchFamily="18" charset="0"/>
              </a:defRPr>
            </a:lvl8pPr>
            <a:lvl9pPr marL="3886200" indent="-228600" algn="ctr" eaLnBrk="0" fontAlgn="base" hangingPunct="0">
              <a:spcBef>
                <a:spcPct val="50000"/>
              </a:spcBef>
              <a:spcAft>
                <a:spcPct val="0"/>
              </a:spcAft>
              <a:defRPr sz="900">
                <a:solidFill>
                  <a:schemeClr val="tx1"/>
                </a:solidFill>
                <a:latin typeface="Times New Roman" panose="02020603050405020304" pitchFamily="18" charset="0"/>
              </a:defRPr>
            </a:lvl9pPr>
          </a:lstStyle>
          <a:p>
            <a:pPr>
              <a:buClr>
                <a:srgbClr val="000000"/>
              </a:buClr>
              <a:buSzPts val="1200"/>
              <a:buFont typeface="Times New Roman" panose="02020603050405020304" pitchFamily="18" charset="0"/>
              <a:buNone/>
            </a:pPr>
            <a:r>
              <a:rPr lang="en-US" altLang="en-US" sz="1200">
                <a:cs typeface="Times New Roman" panose="02020603050405020304" pitchFamily="18" charset="0"/>
                <a:sym typeface="Times New Roman" panose="02020603050405020304" pitchFamily="18" charset="0"/>
              </a:rPr>
              <a:t>assembler</a:t>
            </a:r>
            <a:endParaRPr lang="en-US" altLang="en-US"/>
          </a:p>
        </p:txBody>
      </p:sp>
      <p:sp>
        <p:nvSpPr>
          <p:cNvPr id="7185" name="Google Shape;218;p27">
            <a:extLst>
              <a:ext uri="{FF2B5EF4-FFF2-40B4-BE49-F238E27FC236}">
                <a16:creationId xmlns:a16="http://schemas.microsoft.com/office/drawing/2014/main" id="{11EB8E58-5D55-4293-99D2-98DE7466BD86}"/>
              </a:ext>
            </a:extLst>
          </p:cNvPr>
          <p:cNvSpPr txBox="1">
            <a:spLocks noChangeArrowheads="1"/>
          </p:cNvSpPr>
          <p:nvPr/>
        </p:nvSpPr>
        <p:spPr bwMode="auto">
          <a:xfrm>
            <a:off x="5791201" y="3352800"/>
            <a:ext cx="86042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lstStyle>
            <a:lvl1pPr>
              <a:defRPr sz="900">
                <a:solidFill>
                  <a:schemeClr val="tx1"/>
                </a:solidFill>
                <a:latin typeface="Times New Roman" panose="02020603050405020304" pitchFamily="18" charset="0"/>
              </a:defRPr>
            </a:lvl1pPr>
            <a:lvl2pPr marL="742950" indent="-285750">
              <a:defRPr sz="900">
                <a:solidFill>
                  <a:schemeClr val="tx1"/>
                </a:solidFill>
                <a:latin typeface="Times New Roman" panose="02020603050405020304" pitchFamily="18" charset="0"/>
              </a:defRPr>
            </a:lvl2pPr>
            <a:lvl3pPr marL="1143000" indent="-228600">
              <a:defRPr sz="900">
                <a:solidFill>
                  <a:schemeClr val="tx1"/>
                </a:solidFill>
                <a:latin typeface="Times New Roman" panose="02020603050405020304" pitchFamily="18" charset="0"/>
              </a:defRPr>
            </a:lvl3pPr>
            <a:lvl4pPr marL="1600200" indent="-228600">
              <a:defRPr sz="900">
                <a:solidFill>
                  <a:schemeClr val="tx1"/>
                </a:solidFill>
                <a:latin typeface="Times New Roman" panose="02020603050405020304" pitchFamily="18" charset="0"/>
              </a:defRPr>
            </a:lvl4pPr>
            <a:lvl5pPr marL="2057400" indent="-228600">
              <a:defRPr sz="900">
                <a:solidFill>
                  <a:schemeClr val="tx1"/>
                </a:solidFill>
                <a:latin typeface="Times New Roman" panose="02020603050405020304" pitchFamily="18" charset="0"/>
              </a:defRPr>
            </a:lvl5pPr>
            <a:lvl6pPr marL="2514600" indent="-228600" algn="ctr" eaLnBrk="0" fontAlgn="base" hangingPunct="0">
              <a:spcBef>
                <a:spcPct val="50000"/>
              </a:spcBef>
              <a:spcAft>
                <a:spcPct val="0"/>
              </a:spcAft>
              <a:defRPr sz="900">
                <a:solidFill>
                  <a:schemeClr val="tx1"/>
                </a:solidFill>
                <a:latin typeface="Times New Roman" panose="02020603050405020304" pitchFamily="18" charset="0"/>
              </a:defRPr>
            </a:lvl6pPr>
            <a:lvl7pPr marL="2971800" indent="-228600" algn="ctr" eaLnBrk="0" fontAlgn="base" hangingPunct="0">
              <a:spcBef>
                <a:spcPct val="50000"/>
              </a:spcBef>
              <a:spcAft>
                <a:spcPct val="0"/>
              </a:spcAft>
              <a:defRPr sz="900">
                <a:solidFill>
                  <a:schemeClr val="tx1"/>
                </a:solidFill>
                <a:latin typeface="Times New Roman" panose="02020603050405020304" pitchFamily="18" charset="0"/>
              </a:defRPr>
            </a:lvl7pPr>
            <a:lvl8pPr marL="3429000" indent="-228600" algn="ctr" eaLnBrk="0" fontAlgn="base" hangingPunct="0">
              <a:spcBef>
                <a:spcPct val="50000"/>
              </a:spcBef>
              <a:spcAft>
                <a:spcPct val="0"/>
              </a:spcAft>
              <a:defRPr sz="900">
                <a:solidFill>
                  <a:schemeClr val="tx1"/>
                </a:solidFill>
                <a:latin typeface="Times New Roman" panose="02020603050405020304" pitchFamily="18" charset="0"/>
              </a:defRPr>
            </a:lvl8pPr>
            <a:lvl9pPr marL="3886200" indent="-228600" algn="ctr" eaLnBrk="0" fontAlgn="base" hangingPunct="0">
              <a:spcBef>
                <a:spcPct val="50000"/>
              </a:spcBef>
              <a:spcAft>
                <a:spcPct val="0"/>
              </a:spcAft>
              <a:defRPr sz="900">
                <a:solidFill>
                  <a:schemeClr val="tx1"/>
                </a:solidFill>
                <a:latin typeface="Times New Roman" panose="02020603050405020304" pitchFamily="18" charset="0"/>
              </a:defRPr>
            </a:lvl9pPr>
          </a:lstStyle>
          <a:p>
            <a:pPr>
              <a:buClr>
                <a:srgbClr val="000000"/>
              </a:buClr>
              <a:buSzPts val="1200"/>
              <a:buFont typeface="Times New Roman" panose="02020603050405020304" pitchFamily="18" charset="0"/>
              <a:buNone/>
            </a:pPr>
            <a:r>
              <a:rPr lang="en-US" altLang="en-US" sz="1200">
                <a:cs typeface="Times New Roman" panose="02020603050405020304" pitchFamily="18" charset="0"/>
                <a:sym typeface="Times New Roman" panose="02020603050405020304" pitchFamily="18" charset="0"/>
              </a:rPr>
              <a:t>Text editor</a:t>
            </a:r>
            <a:endParaRPr lang="en-US" altLang="en-US"/>
          </a:p>
        </p:txBody>
      </p:sp>
      <p:sp>
        <p:nvSpPr>
          <p:cNvPr id="7186" name="Google Shape;219;p27">
            <a:extLst>
              <a:ext uri="{FF2B5EF4-FFF2-40B4-BE49-F238E27FC236}">
                <a16:creationId xmlns:a16="http://schemas.microsoft.com/office/drawing/2014/main" id="{A6AA8B0F-14DC-4E3C-B208-8B6BF3CDD2BD}"/>
              </a:ext>
            </a:extLst>
          </p:cNvPr>
          <p:cNvSpPr txBox="1">
            <a:spLocks noChangeArrowheads="1"/>
          </p:cNvSpPr>
          <p:nvPr/>
        </p:nvSpPr>
        <p:spPr bwMode="auto">
          <a:xfrm>
            <a:off x="7985125" y="3313113"/>
            <a:ext cx="7445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lstStyle>
            <a:lvl1pPr>
              <a:defRPr sz="900">
                <a:solidFill>
                  <a:schemeClr val="tx1"/>
                </a:solidFill>
                <a:latin typeface="Times New Roman" panose="02020603050405020304" pitchFamily="18" charset="0"/>
              </a:defRPr>
            </a:lvl1pPr>
            <a:lvl2pPr marL="742950" indent="-285750">
              <a:defRPr sz="900">
                <a:solidFill>
                  <a:schemeClr val="tx1"/>
                </a:solidFill>
                <a:latin typeface="Times New Roman" panose="02020603050405020304" pitchFamily="18" charset="0"/>
              </a:defRPr>
            </a:lvl2pPr>
            <a:lvl3pPr marL="1143000" indent="-228600">
              <a:defRPr sz="900">
                <a:solidFill>
                  <a:schemeClr val="tx1"/>
                </a:solidFill>
                <a:latin typeface="Times New Roman" panose="02020603050405020304" pitchFamily="18" charset="0"/>
              </a:defRPr>
            </a:lvl3pPr>
            <a:lvl4pPr marL="1600200" indent="-228600">
              <a:defRPr sz="900">
                <a:solidFill>
                  <a:schemeClr val="tx1"/>
                </a:solidFill>
                <a:latin typeface="Times New Roman" panose="02020603050405020304" pitchFamily="18" charset="0"/>
              </a:defRPr>
            </a:lvl4pPr>
            <a:lvl5pPr marL="2057400" indent="-228600">
              <a:defRPr sz="900">
                <a:solidFill>
                  <a:schemeClr val="tx1"/>
                </a:solidFill>
                <a:latin typeface="Times New Roman" panose="02020603050405020304" pitchFamily="18" charset="0"/>
              </a:defRPr>
            </a:lvl5pPr>
            <a:lvl6pPr marL="2514600" indent="-228600" algn="ctr" eaLnBrk="0" fontAlgn="base" hangingPunct="0">
              <a:spcBef>
                <a:spcPct val="50000"/>
              </a:spcBef>
              <a:spcAft>
                <a:spcPct val="0"/>
              </a:spcAft>
              <a:defRPr sz="900">
                <a:solidFill>
                  <a:schemeClr val="tx1"/>
                </a:solidFill>
                <a:latin typeface="Times New Roman" panose="02020603050405020304" pitchFamily="18" charset="0"/>
              </a:defRPr>
            </a:lvl6pPr>
            <a:lvl7pPr marL="2971800" indent="-228600" algn="ctr" eaLnBrk="0" fontAlgn="base" hangingPunct="0">
              <a:spcBef>
                <a:spcPct val="50000"/>
              </a:spcBef>
              <a:spcAft>
                <a:spcPct val="0"/>
              </a:spcAft>
              <a:defRPr sz="900">
                <a:solidFill>
                  <a:schemeClr val="tx1"/>
                </a:solidFill>
                <a:latin typeface="Times New Roman" panose="02020603050405020304" pitchFamily="18" charset="0"/>
              </a:defRPr>
            </a:lvl7pPr>
            <a:lvl8pPr marL="3429000" indent="-228600" algn="ctr" eaLnBrk="0" fontAlgn="base" hangingPunct="0">
              <a:spcBef>
                <a:spcPct val="50000"/>
              </a:spcBef>
              <a:spcAft>
                <a:spcPct val="0"/>
              </a:spcAft>
              <a:defRPr sz="900">
                <a:solidFill>
                  <a:schemeClr val="tx1"/>
                </a:solidFill>
                <a:latin typeface="Times New Roman" panose="02020603050405020304" pitchFamily="18" charset="0"/>
              </a:defRPr>
            </a:lvl8pPr>
            <a:lvl9pPr marL="3886200" indent="-228600" algn="ctr" eaLnBrk="0" fontAlgn="base" hangingPunct="0">
              <a:spcBef>
                <a:spcPct val="50000"/>
              </a:spcBef>
              <a:spcAft>
                <a:spcPct val="0"/>
              </a:spcAft>
              <a:defRPr sz="900">
                <a:solidFill>
                  <a:schemeClr val="tx1"/>
                </a:solidFill>
                <a:latin typeface="Times New Roman" panose="02020603050405020304" pitchFamily="18" charset="0"/>
              </a:defRPr>
            </a:lvl9pPr>
          </a:lstStyle>
          <a:p>
            <a:pPr>
              <a:buClr>
                <a:srgbClr val="000000"/>
              </a:buClr>
              <a:buSzPts val="1200"/>
              <a:buFont typeface="Times New Roman" panose="02020603050405020304" pitchFamily="18" charset="0"/>
              <a:buNone/>
            </a:pPr>
            <a:r>
              <a:rPr lang="en-US" altLang="en-US" sz="1200">
                <a:cs typeface="Times New Roman" panose="02020603050405020304" pitchFamily="18" charset="0"/>
                <a:sym typeface="Times New Roman" panose="02020603050405020304" pitchFamily="18" charset="0"/>
              </a:rPr>
              <a:t>Database</a:t>
            </a:r>
            <a:endParaRPr lang="en-US" altLang="en-US"/>
          </a:p>
          <a:p>
            <a:pPr>
              <a:buClr>
                <a:srgbClr val="000000"/>
              </a:buClr>
              <a:buSzPts val="1200"/>
              <a:buFont typeface="Times New Roman" panose="02020603050405020304" pitchFamily="18" charset="0"/>
              <a:buNone/>
            </a:pPr>
            <a:r>
              <a:rPr lang="en-US" altLang="en-US" sz="1200">
                <a:cs typeface="Times New Roman" panose="02020603050405020304" pitchFamily="18" charset="0"/>
                <a:sym typeface="Times New Roman" panose="02020603050405020304" pitchFamily="18" charset="0"/>
              </a:rPr>
              <a:t>system</a:t>
            </a:r>
            <a:endParaRPr lang="en-US" altLang="en-US"/>
          </a:p>
        </p:txBody>
      </p:sp>
      <p:sp>
        <p:nvSpPr>
          <p:cNvPr id="7187" name="Google Shape;220;p27">
            <a:extLst>
              <a:ext uri="{FF2B5EF4-FFF2-40B4-BE49-F238E27FC236}">
                <a16:creationId xmlns:a16="http://schemas.microsoft.com/office/drawing/2014/main" id="{01CDBCAF-024B-4321-9637-0944741B294F}"/>
              </a:ext>
            </a:extLst>
          </p:cNvPr>
          <p:cNvSpPr txBox="1">
            <a:spLocks noChangeArrowheads="1"/>
          </p:cNvSpPr>
          <p:nvPr/>
        </p:nvSpPr>
        <p:spPr bwMode="auto">
          <a:xfrm>
            <a:off x="7146925" y="2251075"/>
            <a:ext cx="412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lstStyle>
            <a:lvl1pPr>
              <a:defRPr sz="900">
                <a:solidFill>
                  <a:schemeClr val="tx1"/>
                </a:solidFill>
                <a:latin typeface="Times New Roman" panose="02020603050405020304" pitchFamily="18" charset="0"/>
              </a:defRPr>
            </a:lvl1pPr>
            <a:lvl2pPr marL="742950" indent="-285750">
              <a:defRPr sz="900">
                <a:solidFill>
                  <a:schemeClr val="tx1"/>
                </a:solidFill>
                <a:latin typeface="Times New Roman" panose="02020603050405020304" pitchFamily="18" charset="0"/>
              </a:defRPr>
            </a:lvl2pPr>
            <a:lvl3pPr marL="1143000" indent="-228600">
              <a:defRPr sz="900">
                <a:solidFill>
                  <a:schemeClr val="tx1"/>
                </a:solidFill>
                <a:latin typeface="Times New Roman" panose="02020603050405020304" pitchFamily="18" charset="0"/>
              </a:defRPr>
            </a:lvl3pPr>
            <a:lvl4pPr marL="1600200" indent="-228600">
              <a:defRPr sz="900">
                <a:solidFill>
                  <a:schemeClr val="tx1"/>
                </a:solidFill>
                <a:latin typeface="Times New Roman" panose="02020603050405020304" pitchFamily="18" charset="0"/>
              </a:defRPr>
            </a:lvl4pPr>
            <a:lvl5pPr marL="2057400" indent="-228600">
              <a:defRPr sz="900">
                <a:solidFill>
                  <a:schemeClr val="tx1"/>
                </a:solidFill>
                <a:latin typeface="Times New Roman" panose="02020603050405020304" pitchFamily="18" charset="0"/>
              </a:defRPr>
            </a:lvl5pPr>
            <a:lvl6pPr marL="2514600" indent="-228600" algn="ctr" eaLnBrk="0" fontAlgn="base" hangingPunct="0">
              <a:spcBef>
                <a:spcPct val="50000"/>
              </a:spcBef>
              <a:spcAft>
                <a:spcPct val="0"/>
              </a:spcAft>
              <a:defRPr sz="900">
                <a:solidFill>
                  <a:schemeClr val="tx1"/>
                </a:solidFill>
                <a:latin typeface="Times New Roman" panose="02020603050405020304" pitchFamily="18" charset="0"/>
              </a:defRPr>
            </a:lvl6pPr>
            <a:lvl7pPr marL="2971800" indent="-228600" algn="ctr" eaLnBrk="0" fontAlgn="base" hangingPunct="0">
              <a:spcBef>
                <a:spcPct val="50000"/>
              </a:spcBef>
              <a:spcAft>
                <a:spcPct val="0"/>
              </a:spcAft>
              <a:defRPr sz="900">
                <a:solidFill>
                  <a:schemeClr val="tx1"/>
                </a:solidFill>
                <a:latin typeface="Times New Roman" panose="02020603050405020304" pitchFamily="18" charset="0"/>
              </a:defRPr>
            </a:lvl7pPr>
            <a:lvl8pPr marL="3429000" indent="-228600" algn="ctr" eaLnBrk="0" fontAlgn="base" hangingPunct="0">
              <a:spcBef>
                <a:spcPct val="50000"/>
              </a:spcBef>
              <a:spcAft>
                <a:spcPct val="0"/>
              </a:spcAft>
              <a:defRPr sz="900">
                <a:solidFill>
                  <a:schemeClr val="tx1"/>
                </a:solidFill>
                <a:latin typeface="Times New Roman" panose="02020603050405020304" pitchFamily="18" charset="0"/>
              </a:defRPr>
            </a:lvl8pPr>
            <a:lvl9pPr marL="3886200" indent="-228600" algn="ctr" eaLnBrk="0" fontAlgn="base" hangingPunct="0">
              <a:spcBef>
                <a:spcPct val="50000"/>
              </a:spcBef>
              <a:spcAft>
                <a:spcPct val="0"/>
              </a:spcAft>
              <a:defRPr sz="900">
                <a:solidFill>
                  <a:schemeClr val="tx1"/>
                </a:solidFill>
                <a:latin typeface="Times New Roman" panose="02020603050405020304" pitchFamily="18" charset="0"/>
              </a:defRPr>
            </a:lvl9pPr>
          </a:lstStyle>
          <a:p>
            <a:pPr>
              <a:buClr>
                <a:srgbClr val="000000"/>
              </a:buClr>
              <a:buSzPts val="2400"/>
              <a:buFont typeface="Times New Roman" panose="02020603050405020304" pitchFamily="18" charset="0"/>
              <a:buNone/>
            </a:pPr>
            <a:r>
              <a:rPr lang="en-US" altLang="en-US" sz="2400">
                <a:cs typeface="Times New Roman" panose="02020603050405020304" pitchFamily="18" charset="0"/>
                <a:sym typeface="Times New Roman" panose="02020603050405020304" pitchFamily="18" charset="0"/>
              </a:rPr>
              <a:t>...</a:t>
            </a:r>
            <a:endParaRPr lang="en-US" altLang="en-US"/>
          </a:p>
        </p:txBody>
      </p:sp>
      <p:sp>
        <p:nvSpPr>
          <p:cNvPr id="21" name="Rectangle 2">
            <a:extLst>
              <a:ext uri="{FF2B5EF4-FFF2-40B4-BE49-F238E27FC236}">
                <a16:creationId xmlns:a16="http://schemas.microsoft.com/office/drawing/2014/main" id="{623698EB-84BD-4193-AD06-2DFEC9A08B3E}"/>
              </a:ext>
            </a:extLst>
          </p:cNvPr>
          <p:cNvSpPr txBox="1">
            <a:spLocks noChangeArrowheads="1"/>
          </p:cNvSpPr>
          <p:nvPr/>
        </p:nvSpPr>
        <p:spPr bwMode="auto">
          <a:xfrm>
            <a:off x="1289050" y="1125538"/>
            <a:ext cx="8229600" cy="576262"/>
          </a:xfrm>
          <a:prstGeom prst="rect">
            <a:avLst/>
          </a:prstGeom>
          <a:noFill/>
          <a:ln w="9525">
            <a:noFill/>
            <a:miter lim="800000"/>
            <a:headEnd/>
            <a:tailEnd/>
          </a:ln>
          <a:effectLst/>
        </p:spPr>
        <p:txBody>
          <a:bodyPr anchor="ctr"/>
          <a:lstStyle/>
          <a:p>
            <a:pPr eaLnBrk="1" hangingPunct="1">
              <a:spcBef>
                <a:spcPct val="0"/>
              </a:spcBef>
              <a:defRPr/>
            </a:pPr>
            <a:r>
              <a:rPr lang="en-US" sz="2800" kern="0" dirty="0">
                <a:solidFill>
                  <a:schemeClr val="tx2"/>
                </a:solidFill>
                <a:latin typeface="+mj-lt"/>
                <a:ea typeface="+mj-ea"/>
                <a:cs typeface="+mj-cs"/>
              </a:rPr>
              <a:t>Four Components of a Computer System</a:t>
            </a:r>
          </a:p>
        </p:txBody>
      </p:sp>
      <p:pic>
        <p:nvPicPr>
          <p:cNvPr id="7189" name="Picture 4" descr="C:\Users\Chinmaya\Desktop\Bachhe_collection\download.jpg">
            <a:extLst>
              <a:ext uri="{FF2B5EF4-FFF2-40B4-BE49-F238E27FC236}">
                <a16:creationId xmlns:a16="http://schemas.microsoft.com/office/drawing/2014/main" id="{657E6217-B512-4476-BD2C-10FF559EE25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39314" y="0"/>
            <a:ext cx="928687" cy="1073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90" name="Date Placeholder 3">
            <a:extLst>
              <a:ext uri="{FF2B5EF4-FFF2-40B4-BE49-F238E27FC236}">
                <a16:creationId xmlns:a16="http://schemas.microsoft.com/office/drawing/2014/main" id="{2BFA261B-FAD3-48E8-A8AB-FCF8DFDD2470}"/>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900">
                <a:solidFill>
                  <a:schemeClr val="tx1"/>
                </a:solidFill>
                <a:latin typeface="Times New Roman" panose="02020603050405020304" pitchFamily="18" charset="0"/>
              </a:defRPr>
            </a:lvl1pPr>
            <a:lvl2pPr marL="742950" indent="-285750">
              <a:defRPr sz="900">
                <a:solidFill>
                  <a:schemeClr val="tx1"/>
                </a:solidFill>
                <a:latin typeface="Times New Roman" panose="02020603050405020304" pitchFamily="18" charset="0"/>
              </a:defRPr>
            </a:lvl2pPr>
            <a:lvl3pPr marL="1143000" indent="-228600">
              <a:defRPr sz="900">
                <a:solidFill>
                  <a:schemeClr val="tx1"/>
                </a:solidFill>
                <a:latin typeface="Times New Roman" panose="02020603050405020304" pitchFamily="18" charset="0"/>
              </a:defRPr>
            </a:lvl3pPr>
            <a:lvl4pPr marL="1600200" indent="-228600">
              <a:defRPr sz="900">
                <a:solidFill>
                  <a:schemeClr val="tx1"/>
                </a:solidFill>
                <a:latin typeface="Times New Roman" panose="02020603050405020304" pitchFamily="18" charset="0"/>
              </a:defRPr>
            </a:lvl4pPr>
            <a:lvl5pPr marL="2057400" indent="-228600">
              <a:defRPr sz="900">
                <a:solidFill>
                  <a:schemeClr val="tx1"/>
                </a:solidFill>
                <a:latin typeface="Times New Roman" panose="02020603050405020304" pitchFamily="18" charset="0"/>
              </a:defRPr>
            </a:lvl5pPr>
            <a:lvl6pPr marL="2514600" indent="-228600" algn="ctr" eaLnBrk="0" fontAlgn="base" hangingPunct="0">
              <a:spcBef>
                <a:spcPct val="50000"/>
              </a:spcBef>
              <a:spcAft>
                <a:spcPct val="0"/>
              </a:spcAft>
              <a:defRPr sz="900">
                <a:solidFill>
                  <a:schemeClr val="tx1"/>
                </a:solidFill>
                <a:latin typeface="Times New Roman" panose="02020603050405020304" pitchFamily="18" charset="0"/>
              </a:defRPr>
            </a:lvl6pPr>
            <a:lvl7pPr marL="2971800" indent="-228600" algn="ctr" eaLnBrk="0" fontAlgn="base" hangingPunct="0">
              <a:spcBef>
                <a:spcPct val="50000"/>
              </a:spcBef>
              <a:spcAft>
                <a:spcPct val="0"/>
              </a:spcAft>
              <a:defRPr sz="900">
                <a:solidFill>
                  <a:schemeClr val="tx1"/>
                </a:solidFill>
                <a:latin typeface="Times New Roman" panose="02020603050405020304" pitchFamily="18" charset="0"/>
              </a:defRPr>
            </a:lvl7pPr>
            <a:lvl8pPr marL="3429000" indent="-228600" algn="ctr" eaLnBrk="0" fontAlgn="base" hangingPunct="0">
              <a:spcBef>
                <a:spcPct val="50000"/>
              </a:spcBef>
              <a:spcAft>
                <a:spcPct val="0"/>
              </a:spcAft>
              <a:defRPr sz="900">
                <a:solidFill>
                  <a:schemeClr val="tx1"/>
                </a:solidFill>
                <a:latin typeface="Times New Roman" panose="02020603050405020304" pitchFamily="18" charset="0"/>
              </a:defRPr>
            </a:lvl8pPr>
            <a:lvl9pPr marL="3886200" indent="-228600" algn="ctr" eaLnBrk="0" fontAlgn="base" hangingPunct="0">
              <a:spcBef>
                <a:spcPct val="50000"/>
              </a:spcBef>
              <a:spcAft>
                <a:spcPct val="0"/>
              </a:spcAft>
              <a:defRPr sz="900">
                <a:solidFill>
                  <a:schemeClr val="tx1"/>
                </a:solidFill>
                <a:latin typeface="Times New Roman" panose="02020603050405020304" pitchFamily="18" charset="0"/>
              </a:defRPr>
            </a:lvl9pPr>
          </a:lstStyle>
          <a:p>
            <a:fld id="{08C2DA54-1DF6-404E-8BCE-D2C505C47581}" type="datetime1">
              <a:rPr lang="en-US" altLang="en-US" sz="1400"/>
              <a:pPr/>
              <a:t>9/14/2020</a:t>
            </a:fld>
            <a:endParaRPr lang="en-US" altLang="en-US" sz="14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a:extLst>
              <a:ext uri="{FF2B5EF4-FFF2-40B4-BE49-F238E27FC236}">
                <a16:creationId xmlns:a16="http://schemas.microsoft.com/office/drawing/2014/main" id="{8574F061-AACF-4E07-9F91-20AA7A36B8A9}"/>
              </a:ext>
            </a:extLst>
          </p:cNvPr>
          <p:cNvSpPr>
            <a:spLocks noGrp="1"/>
          </p:cNvSpPr>
          <p:nvPr>
            <p:ph type="title"/>
          </p:nvPr>
        </p:nvSpPr>
        <p:spPr>
          <a:xfrm>
            <a:off x="1470025" y="-141288"/>
            <a:ext cx="6743700" cy="857251"/>
          </a:xfrm>
        </p:spPr>
        <p:txBody>
          <a:bodyPr/>
          <a:lstStyle/>
          <a:p>
            <a:r>
              <a:rPr lang="en-IN" altLang="en-US" sz="3600" b="1"/>
              <a:t>Functions of Operating system</a:t>
            </a:r>
          </a:p>
        </p:txBody>
      </p:sp>
      <p:sp>
        <p:nvSpPr>
          <p:cNvPr id="8195" name="Date Placeholder 2">
            <a:extLst>
              <a:ext uri="{FF2B5EF4-FFF2-40B4-BE49-F238E27FC236}">
                <a16:creationId xmlns:a16="http://schemas.microsoft.com/office/drawing/2014/main" id="{9C074BF7-375E-4623-AC49-6C16A625EC63}"/>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900">
                <a:solidFill>
                  <a:schemeClr val="tx1"/>
                </a:solidFill>
                <a:latin typeface="Times New Roman" panose="02020603050405020304" pitchFamily="18" charset="0"/>
              </a:defRPr>
            </a:lvl1pPr>
            <a:lvl2pPr marL="742950" indent="-285750">
              <a:defRPr sz="900">
                <a:solidFill>
                  <a:schemeClr val="tx1"/>
                </a:solidFill>
                <a:latin typeface="Times New Roman" panose="02020603050405020304" pitchFamily="18" charset="0"/>
              </a:defRPr>
            </a:lvl2pPr>
            <a:lvl3pPr marL="1143000" indent="-228600">
              <a:defRPr sz="900">
                <a:solidFill>
                  <a:schemeClr val="tx1"/>
                </a:solidFill>
                <a:latin typeface="Times New Roman" panose="02020603050405020304" pitchFamily="18" charset="0"/>
              </a:defRPr>
            </a:lvl3pPr>
            <a:lvl4pPr marL="1600200" indent="-228600">
              <a:defRPr sz="900">
                <a:solidFill>
                  <a:schemeClr val="tx1"/>
                </a:solidFill>
                <a:latin typeface="Times New Roman" panose="02020603050405020304" pitchFamily="18" charset="0"/>
              </a:defRPr>
            </a:lvl4pPr>
            <a:lvl5pPr marL="2057400" indent="-228600">
              <a:defRPr sz="900">
                <a:solidFill>
                  <a:schemeClr val="tx1"/>
                </a:solidFill>
                <a:latin typeface="Times New Roman" panose="02020603050405020304" pitchFamily="18" charset="0"/>
              </a:defRPr>
            </a:lvl5pPr>
            <a:lvl6pPr marL="2514600" indent="-228600" algn="ctr" eaLnBrk="0" fontAlgn="base" hangingPunct="0">
              <a:spcBef>
                <a:spcPct val="50000"/>
              </a:spcBef>
              <a:spcAft>
                <a:spcPct val="0"/>
              </a:spcAft>
              <a:defRPr sz="900">
                <a:solidFill>
                  <a:schemeClr val="tx1"/>
                </a:solidFill>
                <a:latin typeface="Times New Roman" panose="02020603050405020304" pitchFamily="18" charset="0"/>
              </a:defRPr>
            </a:lvl6pPr>
            <a:lvl7pPr marL="2971800" indent="-228600" algn="ctr" eaLnBrk="0" fontAlgn="base" hangingPunct="0">
              <a:spcBef>
                <a:spcPct val="50000"/>
              </a:spcBef>
              <a:spcAft>
                <a:spcPct val="0"/>
              </a:spcAft>
              <a:defRPr sz="900">
                <a:solidFill>
                  <a:schemeClr val="tx1"/>
                </a:solidFill>
                <a:latin typeface="Times New Roman" panose="02020603050405020304" pitchFamily="18" charset="0"/>
              </a:defRPr>
            </a:lvl7pPr>
            <a:lvl8pPr marL="3429000" indent="-228600" algn="ctr" eaLnBrk="0" fontAlgn="base" hangingPunct="0">
              <a:spcBef>
                <a:spcPct val="50000"/>
              </a:spcBef>
              <a:spcAft>
                <a:spcPct val="0"/>
              </a:spcAft>
              <a:defRPr sz="900">
                <a:solidFill>
                  <a:schemeClr val="tx1"/>
                </a:solidFill>
                <a:latin typeface="Times New Roman" panose="02020603050405020304" pitchFamily="18" charset="0"/>
              </a:defRPr>
            </a:lvl8pPr>
            <a:lvl9pPr marL="3886200" indent="-228600" algn="ctr" eaLnBrk="0" fontAlgn="base" hangingPunct="0">
              <a:spcBef>
                <a:spcPct val="50000"/>
              </a:spcBef>
              <a:spcAft>
                <a:spcPct val="0"/>
              </a:spcAft>
              <a:defRPr sz="900">
                <a:solidFill>
                  <a:schemeClr val="tx1"/>
                </a:solidFill>
                <a:latin typeface="Times New Roman" panose="02020603050405020304" pitchFamily="18" charset="0"/>
              </a:defRPr>
            </a:lvl9pPr>
          </a:lstStyle>
          <a:p>
            <a:fld id="{0292A2AA-6D24-4BD5-BAA9-847CEBDDC029}" type="datetime1">
              <a:rPr lang="en-US" altLang="en-US" sz="1400"/>
              <a:pPr/>
              <a:t>9/14/2020</a:t>
            </a:fld>
            <a:endParaRPr lang="en-US" altLang="en-US" sz="1400"/>
          </a:p>
        </p:txBody>
      </p:sp>
      <p:sp>
        <p:nvSpPr>
          <p:cNvPr id="8196" name="Slide Number Placeholder 3">
            <a:extLst>
              <a:ext uri="{FF2B5EF4-FFF2-40B4-BE49-F238E27FC236}">
                <a16:creationId xmlns:a16="http://schemas.microsoft.com/office/drawing/2014/main" id="{DDABE3B6-CEF4-4525-AF32-13A832E701D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900">
                <a:solidFill>
                  <a:schemeClr val="tx1"/>
                </a:solidFill>
                <a:latin typeface="Times New Roman" panose="02020603050405020304" pitchFamily="18" charset="0"/>
              </a:defRPr>
            </a:lvl1pPr>
            <a:lvl2pPr marL="742950" indent="-285750">
              <a:defRPr sz="900">
                <a:solidFill>
                  <a:schemeClr val="tx1"/>
                </a:solidFill>
                <a:latin typeface="Times New Roman" panose="02020603050405020304" pitchFamily="18" charset="0"/>
              </a:defRPr>
            </a:lvl2pPr>
            <a:lvl3pPr marL="1143000" indent="-228600">
              <a:defRPr sz="900">
                <a:solidFill>
                  <a:schemeClr val="tx1"/>
                </a:solidFill>
                <a:latin typeface="Times New Roman" panose="02020603050405020304" pitchFamily="18" charset="0"/>
              </a:defRPr>
            </a:lvl3pPr>
            <a:lvl4pPr marL="1600200" indent="-228600">
              <a:defRPr sz="900">
                <a:solidFill>
                  <a:schemeClr val="tx1"/>
                </a:solidFill>
                <a:latin typeface="Times New Roman" panose="02020603050405020304" pitchFamily="18" charset="0"/>
              </a:defRPr>
            </a:lvl4pPr>
            <a:lvl5pPr marL="2057400" indent="-228600">
              <a:defRPr sz="900">
                <a:solidFill>
                  <a:schemeClr val="tx1"/>
                </a:solidFill>
                <a:latin typeface="Times New Roman" panose="02020603050405020304" pitchFamily="18" charset="0"/>
              </a:defRPr>
            </a:lvl5pPr>
            <a:lvl6pPr marL="2514600" indent="-228600" algn="ctr" eaLnBrk="0" fontAlgn="base" hangingPunct="0">
              <a:spcBef>
                <a:spcPct val="50000"/>
              </a:spcBef>
              <a:spcAft>
                <a:spcPct val="0"/>
              </a:spcAft>
              <a:defRPr sz="900">
                <a:solidFill>
                  <a:schemeClr val="tx1"/>
                </a:solidFill>
                <a:latin typeface="Times New Roman" panose="02020603050405020304" pitchFamily="18" charset="0"/>
              </a:defRPr>
            </a:lvl6pPr>
            <a:lvl7pPr marL="2971800" indent="-228600" algn="ctr" eaLnBrk="0" fontAlgn="base" hangingPunct="0">
              <a:spcBef>
                <a:spcPct val="50000"/>
              </a:spcBef>
              <a:spcAft>
                <a:spcPct val="0"/>
              </a:spcAft>
              <a:defRPr sz="900">
                <a:solidFill>
                  <a:schemeClr val="tx1"/>
                </a:solidFill>
                <a:latin typeface="Times New Roman" panose="02020603050405020304" pitchFamily="18" charset="0"/>
              </a:defRPr>
            </a:lvl7pPr>
            <a:lvl8pPr marL="3429000" indent="-228600" algn="ctr" eaLnBrk="0" fontAlgn="base" hangingPunct="0">
              <a:spcBef>
                <a:spcPct val="50000"/>
              </a:spcBef>
              <a:spcAft>
                <a:spcPct val="0"/>
              </a:spcAft>
              <a:defRPr sz="900">
                <a:solidFill>
                  <a:schemeClr val="tx1"/>
                </a:solidFill>
                <a:latin typeface="Times New Roman" panose="02020603050405020304" pitchFamily="18" charset="0"/>
              </a:defRPr>
            </a:lvl8pPr>
            <a:lvl9pPr marL="3886200" indent="-228600" algn="ctr" eaLnBrk="0" fontAlgn="base" hangingPunct="0">
              <a:spcBef>
                <a:spcPct val="50000"/>
              </a:spcBef>
              <a:spcAft>
                <a:spcPct val="0"/>
              </a:spcAft>
              <a:defRPr sz="900">
                <a:solidFill>
                  <a:schemeClr val="tx1"/>
                </a:solidFill>
                <a:latin typeface="Times New Roman" panose="02020603050405020304" pitchFamily="18" charset="0"/>
              </a:defRPr>
            </a:lvl9pPr>
          </a:lstStyle>
          <a:p>
            <a:fld id="{0ACF9738-110F-482D-A28D-D0D603A025AA}" type="slidenum">
              <a:rPr lang="en-US" altLang="en-US" sz="1400"/>
              <a:pPr/>
              <a:t>6</a:t>
            </a:fld>
            <a:endParaRPr lang="en-US" altLang="en-US" sz="1400"/>
          </a:p>
        </p:txBody>
      </p:sp>
      <p:sp>
        <p:nvSpPr>
          <p:cNvPr id="5" name="TextBox 4">
            <a:extLst>
              <a:ext uri="{FF2B5EF4-FFF2-40B4-BE49-F238E27FC236}">
                <a16:creationId xmlns:a16="http://schemas.microsoft.com/office/drawing/2014/main" id="{2B815F2F-3E51-474A-A81A-AD053F165019}"/>
              </a:ext>
            </a:extLst>
          </p:cNvPr>
          <p:cNvSpPr txBox="1"/>
          <p:nvPr/>
        </p:nvSpPr>
        <p:spPr>
          <a:xfrm>
            <a:off x="1738314" y="598489"/>
            <a:ext cx="8715375" cy="5663089"/>
          </a:xfrm>
          <a:prstGeom prst="rect">
            <a:avLst/>
          </a:prstGeom>
          <a:noFill/>
        </p:spPr>
        <p:txBody>
          <a:bodyPr>
            <a:spAutoFit/>
          </a:bodyPr>
          <a:lstStyle/>
          <a:p>
            <a:pPr algn="just">
              <a:defRPr/>
            </a:pPr>
            <a:r>
              <a:rPr lang="en-US" sz="2000" dirty="0">
                <a:latin typeface="Times New Roman" charset="0"/>
              </a:rPr>
              <a:t>Operating system is a set of system programs which provides an environment to help the user to execute the programs. Operating system is a resources manager which allocates and manages various resources like processor(s), main memory, i/o devices, information (files). The purpose of studying operating system concept is to understand the capabilities and the limitations of this resources manager, and understanding of the same helps in writing effective programs. Its several functions are given below:</a:t>
            </a:r>
          </a:p>
          <a:p>
            <a:pPr algn="just">
              <a:defRPr/>
            </a:pPr>
            <a:r>
              <a:rPr lang="en-US" sz="2000" b="1" dirty="0">
                <a:latin typeface="Times New Roman" charset="0"/>
              </a:rPr>
              <a:t>(1)Command Interpreter</a:t>
            </a:r>
            <a:endParaRPr lang="en-IN" sz="2000" dirty="0">
              <a:latin typeface="Times New Roman" charset="0"/>
            </a:endParaRPr>
          </a:p>
          <a:p>
            <a:pPr algn="just">
              <a:defRPr/>
            </a:pPr>
            <a:r>
              <a:rPr lang="en-US" sz="2000" dirty="0">
                <a:latin typeface="Times New Roman" charset="0"/>
              </a:rPr>
              <a:t>Every command that is typed by the user is interpreted by the operating system. After the interpreting, action is taken according to the command.</a:t>
            </a:r>
            <a:endParaRPr lang="en-IN" sz="2000" dirty="0">
              <a:latin typeface="Times New Roman" charset="0"/>
            </a:endParaRPr>
          </a:p>
          <a:p>
            <a:pPr algn="just">
              <a:defRPr/>
            </a:pPr>
            <a:r>
              <a:rPr lang="en-US" sz="2000" dirty="0">
                <a:latin typeface="Times New Roman" charset="0"/>
              </a:rPr>
              <a:t>For example when the user types date, the system interprets it and prints the date and time in the terminal.</a:t>
            </a:r>
          </a:p>
          <a:p>
            <a:pPr algn="just">
              <a:defRPr/>
            </a:pPr>
            <a:r>
              <a:rPr lang="en-US" sz="2000" b="1" dirty="0">
                <a:latin typeface="Times New Roman" charset="0"/>
              </a:rPr>
              <a:t>(2) Time Sharing</a:t>
            </a:r>
            <a:endParaRPr lang="en-IN" sz="2000" dirty="0">
              <a:latin typeface="Times New Roman" charset="0"/>
            </a:endParaRPr>
          </a:p>
          <a:p>
            <a:pPr algn="just">
              <a:defRPr/>
            </a:pPr>
            <a:r>
              <a:rPr lang="en-US" sz="2000" dirty="0">
                <a:latin typeface="Times New Roman" charset="0"/>
              </a:rPr>
              <a:t>This is the way to allow more than one user to use the system at a time. While many users are using the system/computer simultaneously the operating system ensures that their job don’t get mixed with each other.</a:t>
            </a:r>
            <a:endParaRPr lang="en-IN" sz="2000" dirty="0">
              <a:latin typeface="Times New Roman" charset="0"/>
            </a:endParaRPr>
          </a:p>
          <a:p>
            <a:pPr marL="457200" indent="-457200">
              <a:buFont typeface="+mj-lt"/>
              <a:buAutoNum type="arabicPeriod"/>
              <a:defRPr/>
            </a:pPr>
            <a:endParaRPr lang="en-IN" sz="2400" dirty="0">
              <a:latin typeface="Times New Roman" charset="0"/>
            </a:endParaRPr>
          </a:p>
          <a:p>
            <a:pPr>
              <a:defRPr/>
            </a:pPr>
            <a:endParaRPr lang="en-IN" dirty="0">
              <a:latin typeface="Times New Roman" charset="0"/>
            </a:endParaRPr>
          </a:p>
        </p:txBody>
      </p:sp>
      <p:pic>
        <p:nvPicPr>
          <p:cNvPr id="8198" name="Picture 4" descr="C:\Users\Chinmaya\Desktop\Bachhe_collection\download.jpg">
            <a:extLst>
              <a:ext uri="{FF2B5EF4-FFF2-40B4-BE49-F238E27FC236}">
                <a16:creationId xmlns:a16="http://schemas.microsoft.com/office/drawing/2014/main" id="{1A44FA3A-738A-4A3D-A68A-D85D90302BC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096500" y="0"/>
            <a:ext cx="571500" cy="660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a:extLst>
              <a:ext uri="{FF2B5EF4-FFF2-40B4-BE49-F238E27FC236}">
                <a16:creationId xmlns:a16="http://schemas.microsoft.com/office/drawing/2014/main" id="{C118D855-CE68-4A68-BF42-C812D94F7AE9}"/>
              </a:ext>
            </a:extLst>
          </p:cNvPr>
          <p:cNvSpPr>
            <a:spLocks noGrp="1"/>
          </p:cNvSpPr>
          <p:nvPr>
            <p:ph type="title"/>
          </p:nvPr>
        </p:nvSpPr>
        <p:spPr>
          <a:xfrm>
            <a:off x="1501776" y="15875"/>
            <a:ext cx="8054975" cy="857250"/>
          </a:xfrm>
        </p:spPr>
        <p:txBody>
          <a:bodyPr/>
          <a:lstStyle/>
          <a:p>
            <a:r>
              <a:rPr lang="en-IN" altLang="en-US" sz="3600" b="1"/>
              <a:t>Functions of Operating system Contd...</a:t>
            </a:r>
          </a:p>
        </p:txBody>
      </p:sp>
      <p:sp>
        <p:nvSpPr>
          <p:cNvPr id="9219" name="Date Placeholder 2">
            <a:extLst>
              <a:ext uri="{FF2B5EF4-FFF2-40B4-BE49-F238E27FC236}">
                <a16:creationId xmlns:a16="http://schemas.microsoft.com/office/drawing/2014/main" id="{F0A2D282-8C69-459F-A837-6AD6E44D4075}"/>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900">
                <a:solidFill>
                  <a:schemeClr val="tx1"/>
                </a:solidFill>
                <a:latin typeface="Times New Roman" panose="02020603050405020304" pitchFamily="18" charset="0"/>
              </a:defRPr>
            </a:lvl1pPr>
            <a:lvl2pPr marL="742950" indent="-285750">
              <a:defRPr sz="900">
                <a:solidFill>
                  <a:schemeClr val="tx1"/>
                </a:solidFill>
                <a:latin typeface="Times New Roman" panose="02020603050405020304" pitchFamily="18" charset="0"/>
              </a:defRPr>
            </a:lvl2pPr>
            <a:lvl3pPr marL="1143000" indent="-228600">
              <a:defRPr sz="900">
                <a:solidFill>
                  <a:schemeClr val="tx1"/>
                </a:solidFill>
                <a:latin typeface="Times New Roman" panose="02020603050405020304" pitchFamily="18" charset="0"/>
              </a:defRPr>
            </a:lvl3pPr>
            <a:lvl4pPr marL="1600200" indent="-228600">
              <a:defRPr sz="900">
                <a:solidFill>
                  <a:schemeClr val="tx1"/>
                </a:solidFill>
                <a:latin typeface="Times New Roman" panose="02020603050405020304" pitchFamily="18" charset="0"/>
              </a:defRPr>
            </a:lvl4pPr>
            <a:lvl5pPr marL="2057400" indent="-228600">
              <a:defRPr sz="900">
                <a:solidFill>
                  <a:schemeClr val="tx1"/>
                </a:solidFill>
                <a:latin typeface="Times New Roman" panose="02020603050405020304" pitchFamily="18" charset="0"/>
              </a:defRPr>
            </a:lvl5pPr>
            <a:lvl6pPr marL="2514600" indent="-228600" algn="ctr" eaLnBrk="0" fontAlgn="base" hangingPunct="0">
              <a:spcBef>
                <a:spcPct val="50000"/>
              </a:spcBef>
              <a:spcAft>
                <a:spcPct val="0"/>
              </a:spcAft>
              <a:defRPr sz="900">
                <a:solidFill>
                  <a:schemeClr val="tx1"/>
                </a:solidFill>
                <a:latin typeface="Times New Roman" panose="02020603050405020304" pitchFamily="18" charset="0"/>
              </a:defRPr>
            </a:lvl6pPr>
            <a:lvl7pPr marL="2971800" indent="-228600" algn="ctr" eaLnBrk="0" fontAlgn="base" hangingPunct="0">
              <a:spcBef>
                <a:spcPct val="50000"/>
              </a:spcBef>
              <a:spcAft>
                <a:spcPct val="0"/>
              </a:spcAft>
              <a:defRPr sz="900">
                <a:solidFill>
                  <a:schemeClr val="tx1"/>
                </a:solidFill>
                <a:latin typeface="Times New Roman" panose="02020603050405020304" pitchFamily="18" charset="0"/>
              </a:defRPr>
            </a:lvl7pPr>
            <a:lvl8pPr marL="3429000" indent="-228600" algn="ctr" eaLnBrk="0" fontAlgn="base" hangingPunct="0">
              <a:spcBef>
                <a:spcPct val="50000"/>
              </a:spcBef>
              <a:spcAft>
                <a:spcPct val="0"/>
              </a:spcAft>
              <a:defRPr sz="900">
                <a:solidFill>
                  <a:schemeClr val="tx1"/>
                </a:solidFill>
                <a:latin typeface="Times New Roman" panose="02020603050405020304" pitchFamily="18" charset="0"/>
              </a:defRPr>
            </a:lvl8pPr>
            <a:lvl9pPr marL="3886200" indent="-228600" algn="ctr" eaLnBrk="0" fontAlgn="base" hangingPunct="0">
              <a:spcBef>
                <a:spcPct val="50000"/>
              </a:spcBef>
              <a:spcAft>
                <a:spcPct val="0"/>
              </a:spcAft>
              <a:defRPr sz="900">
                <a:solidFill>
                  <a:schemeClr val="tx1"/>
                </a:solidFill>
                <a:latin typeface="Times New Roman" panose="02020603050405020304" pitchFamily="18" charset="0"/>
              </a:defRPr>
            </a:lvl9pPr>
          </a:lstStyle>
          <a:p>
            <a:fld id="{0AAF8BD8-165C-45F8-A6C6-613D37DAB5E4}" type="datetime1">
              <a:rPr lang="en-US" altLang="en-US" sz="1400"/>
              <a:pPr/>
              <a:t>9/14/2020</a:t>
            </a:fld>
            <a:endParaRPr lang="en-US" altLang="en-US" sz="1400"/>
          </a:p>
        </p:txBody>
      </p:sp>
      <p:sp>
        <p:nvSpPr>
          <p:cNvPr id="9220" name="Slide Number Placeholder 3">
            <a:extLst>
              <a:ext uri="{FF2B5EF4-FFF2-40B4-BE49-F238E27FC236}">
                <a16:creationId xmlns:a16="http://schemas.microsoft.com/office/drawing/2014/main" id="{C015F539-EEFF-48CF-BF9F-2EDC4204A4E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900">
                <a:solidFill>
                  <a:schemeClr val="tx1"/>
                </a:solidFill>
                <a:latin typeface="Times New Roman" panose="02020603050405020304" pitchFamily="18" charset="0"/>
              </a:defRPr>
            </a:lvl1pPr>
            <a:lvl2pPr marL="742950" indent="-285750">
              <a:defRPr sz="900">
                <a:solidFill>
                  <a:schemeClr val="tx1"/>
                </a:solidFill>
                <a:latin typeface="Times New Roman" panose="02020603050405020304" pitchFamily="18" charset="0"/>
              </a:defRPr>
            </a:lvl2pPr>
            <a:lvl3pPr marL="1143000" indent="-228600">
              <a:defRPr sz="900">
                <a:solidFill>
                  <a:schemeClr val="tx1"/>
                </a:solidFill>
                <a:latin typeface="Times New Roman" panose="02020603050405020304" pitchFamily="18" charset="0"/>
              </a:defRPr>
            </a:lvl3pPr>
            <a:lvl4pPr marL="1600200" indent="-228600">
              <a:defRPr sz="900">
                <a:solidFill>
                  <a:schemeClr val="tx1"/>
                </a:solidFill>
                <a:latin typeface="Times New Roman" panose="02020603050405020304" pitchFamily="18" charset="0"/>
              </a:defRPr>
            </a:lvl4pPr>
            <a:lvl5pPr marL="2057400" indent="-228600">
              <a:defRPr sz="900">
                <a:solidFill>
                  <a:schemeClr val="tx1"/>
                </a:solidFill>
                <a:latin typeface="Times New Roman" panose="02020603050405020304" pitchFamily="18" charset="0"/>
              </a:defRPr>
            </a:lvl5pPr>
            <a:lvl6pPr marL="2514600" indent="-228600" algn="ctr" eaLnBrk="0" fontAlgn="base" hangingPunct="0">
              <a:spcBef>
                <a:spcPct val="50000"/>
              </a:spcBef>
              <a:spcAft>
                <a:spcPct val="0"/>
              </a:spcAft>
              <a:defRPr sz="900">
                <a:solidFill>
                  <a:schemeClr val="tx1"/>
                </a:solidFill>
                <a:latin typeface="Times New Roman" panose="02020603050405020304" pitchFamily="18" charset="0"/>
              </a:defRPr>
            </a:lvl6pPr>
            <a:lvl7pPr marL="2971800" indent="-228600" algn="ctr" eaLnBrk="0" fontAlgn="base" hangingPunct="0">
              <a:spcBef>
                <a:spcPct val="50000"/>
              </a:spcBef>
              <a:spcAft>
                <a:spcPct val="0"/>
              </a:spcAft>
              <a:defRPr sz="900">
                <a:solidFill>
                  <a:schemeClr val="tx1"/>
                </a:solidFill>
                <a:latin typeface="Times New Roman" panose="02020603050405020304" pitchFamily="18" charset="0"/>
              </a:defRPr>
            </a:lvl7pPr>
            <a:lvl8pPr marL="3429000" indent="-228600" algn="ctr" eaLnBrk="0" fontAlgn="base" hangingPunct="0">
              <a:spcBef>
                <a:spcPct val="50000"/>
              </a:spcBef>
              <a:spcAft>
                <a:spcPct val="0"/>
              </a:spcAft>
              <a:defRPr sz="900">
                <a:solidFill>
                  <a:schemeClr val="tx1"/>
                </a:solidFill>
                <a:latin typeface="Times New Roman" panose="02020603050405020304" pitchFamily="18" charset="0"/>
              </a:defRPr>
            </a:lvl8pPr>
            <a:lvl9pPr marL="3886200" indent="-228600" algn="ctr" eaLnBrk="0" fontAlgn="base" hangingPunct="0">
              <a:spcBef>
                <a:spcPct val="50000"/>
              </a:spcBef>
              <a:spcAft>
                <a:spcPct val="0"/>
              </a:spcAft>
              <a:defRPr sz="900">
                <a:solidFill>
                  <a:schemeClr val="tx1"/>
                </a:solidFill>
                <a:latin typeface="Times New Roman" panose="02020603050405020304" pitchFamily="18" charset="0"/>
              </a:defRPr>
            </a:lvl9pPr>
          </a:lstStyle>
          <a:p>
            <a:fld id="{1917A512-DDE3-4480-A5AB-2F89573D39CF}" type="slidenum">
              <a:rPr lang="en-US" altLang="en-US" sz="1400"/>
              <a:pPr/>
              <a:t>7</a:t>
            </a:fld>
            <a:endParaRPr lang="en-US" altLang="en-US" sz="1400"/>
          </a:p>
        </p:txBody>
      </p:sp>
      <p:sp>
        <p:nvSpPr>
          <p:cNvPr id="5" name="TextBox 4">
            <a:extLst>
              <a:ext uri="{FF2B5EF4-FFF2-40B4-BE49-F238E27FC236}">
                <a16:creationId xmlns:a16="http://schemas.microsoft.com/office/drawing/2014/main" id="{BD8CF06D-2C32-4DBB-A90A-66725271A61F}"/>
              </a:ext>
            </a:extLst>
          </p:cNvPr>
          <p:cNvSpPr txBox="1"/>
          <p:nvPr/>
        </p:nvSpPr>
        <p:spPr>
          <a:xfrm>
            <a:off x="1738314" y="960438"/>
            <a:ext cx="8715375" cy="5047536"/>
          </a:xfrm>
          <a:prstGeom prst="rect">
            <a:avLst/>
          </a:prstGeom>
          <a:noFill/>
        </p:spPr>
        <p:txBody>
          <a:bodyPr>
            <a:spAutoFit/>
          </a:bodyPr>
          <a:lstStyle/>
          <a:p>
            <a:pPr algn="just">
              <a:defRPr/>
            </a:pPr>
            <a:r>
              <a:rPr lang="en-US" sz="2000" b="1" dirty="0">
                <a:latin typeface="Times New Roman" charset="0"/>
              </a:rPr>
              <a:t>(3)Security</a:t>
            </a:r>
            <a:endParaRPr lang="en-IN" sz="2000" dirty="0">
              <a:latin typeface="Times New Roman" charset="0"/>
            </a:endParaRPr>
          </a:p>
          <a:p>
            <a:pPr algn="just">
              <a:defRPr/>
            </a:pPr>
            <a:r>
              <a:rPr lang="en-US" sz="2000" dirty="0">
                <a:latin typeface="Times New Roman" charset="0"/>
              </a:rPr>
              <a:t>The operating system protects one user from another user. No user is allowed to see the information manipulated by another user.</a:t>
            </a:r>
          </a:p>
          <a:p>
            <a:pPr algn="just">
              <a:defRPr/>
            </a:pPr>
            <a:r>
              <a:rPr lang="en-US" sz="2000" b="1" dirty="0">
                <a:latin typeface="Times New Roman" charset="0"/>
              </a:rPr>
              <a:t>(4) Programme Development Tools</a:t>
            </a:r>
            <a:endParaRPr lang="en-IN" sz="2000" dirty="0">
              <a:latin typeface="Times New Roman" charset="0"/>
            </a:endParaRPr>
          </a:p>
          <a:p>
            <a:pPr algn="just">
              <a:defRPr/>
            </a:pPr>
            <a:r>
              <a:rPr lang="en-US" sz="2000" dirty="0">
                <a:latin typeface="Times New Roman" charset="0"/>
              </a:rPr>
              <a:t>The tools are generally programs written by the system administrator and exports. They</a:t>
            </a:r>
            <a:r>
              <a:rPr lang="en-IN" sz="2000" dirty="0">
                <a:latin typeface="Times New Roman" charset="0"/>
              </a:rPr>
              <a:t> </a:t>
            </a:r>
            <a:r>
              <a:rPr lang="en-US" sz="2000" dirty="0">
                <a:latin typeface="Times New Roman" charset="0"/>
              </a:rPr>
              <a:t>help the user to develop their own program in a better and neater and easier fashion. The collection of such tools provides an environment in which an ordinary user feels more comfortable.</a:t>
            </a:r>
          </a:p>
          <a:p>
            <a:pPr algn="just">
              <a:defRPr/>
            </a:pPr>
            <a:r>
              <a:rPr lang="en-US" sz="2000" b="1" dirty="0">
                <a:latin typeface="Times New Roman" charset="0"/>
              </a:rPr>
              <a:t>(5) Communication Facilities</a:t>
            </a:r>
          </a:p>
          <a:p>
            <a:pPr algn="just">
              <a:defRPr/>
            </a:pPr>
            <a:r>
              <a:rPr lang="en-US" sz="2000" dirty="0">
                <a:latin typeface="Times New Roman" charset="0"/>
              </a:rPr>
              <a:t>Operating system also provides the facilities to communicate with each other. These days interlinked technically, we say networks are build up for communication. Using these facilities operating system communicate with each other and let their user also communicate.</a:t>
            </a:r>
            <a:endParaRPr lang="en-IN" sz="2000" dirty="0">
              <a:latin typeface="Times New Roman" charset="0"/>
            </a:endParaRPr>
          </a:p>
          <a:p>
            <a:pPr algn="just">
              <a:defRPr/>
            </a:pPr>
            <a:endParaRPr lang="en-IN" sz="2000" dirty="0">
              <a:latin typeface="Times New Roman" charset="0"/>
            </a:endParaRPr>
          </a:p>
          <a:p>
            <a:pPr marL="457200" indent="-457200">
              <a:buFont typeface="+mj-lt"/>
              <a:buAutoNum type="arabicPeriod"/>
              <a:defRPr/>
            </a:pPr>
            <a:endParaRPr lang="en-IN" sz="2400" dirty="0">
              <a:latin typeface="Times New Roman" charset="0"/>
            </a:endParaRPr>
          </a:p>
          <a:p>
            <a:pPr>
              <a:defRPr/>
            </a:pPr>
            <a:endParaRPr lang="en-IN" dirty="0">
              <a:latin typeface="Times New Roman" charset="0"/>
            </a:endParaRPr>
          </a:p>
        </p:txBody>
      </p:sp>
      <p:pic>
        <p:nvPicPr>
          <p:cNvPr id="9222" name="Picture 4" descr="C:\Users\Chinmaya\Desktop\Bachhe_collection\download.jpg">
            <a:extLst>
              <a:ext uri="{FF2B5EF4-FFF2-40B4-BE49-F238E27FC236}">
                <a16:creationId xmlns:a16="http://schemas.microsoft.com/office/drawing/2014/main" id="{F5B24810-1412-4A3F-9C17-BA241D82508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39314" y="0"/>
            <a:ext cx="928687" cy="1073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a:extLst>
              <a:ext uri="{FF2B5EF4-FFF2-40B4-BE49-F238E27FC236}">
                <a16:creationId xmlns:a16="http://schemas.microsoft.com/office/drawing/2014/main" id="{DC64F6B3-2DAA-4616-B5F6-8144D366FA46}"/>
              </a:ext>
            </a:extLst>
          </p:cNvPr>
          <p:cNvSpPr>
            <a:spLocks noGrp="1"/>
          </p:cNvSpPr>
          <p:nvPr>
            <p:ph type="title"/>
          </p:nvPr>
        </p:nvSpPr>
        <p:spPr>
          <a:xfrm>
            <a:off x="1501776" y="15875"/>
            <a:ext cx="8054975" cy="857250"/>
          </a:xfrm>
        </p:spPr>
        <p:txBody>
          <a:bodyPr/>
          <a:lstStyle/>
          <a:p>
            <a:r>
              <a:rPr lang="en-IN" altLang="en-US" sz="3600" b="1"/>
              <a:t>Functions of Operating system Contd...</a:t>
            </a:r>
          </a:p>
        </p:txBody>
      </p:sp>
      <p:sp>
        <p:nvSpPr>
          <p:cNvPr id="10243" name="Date Placeholder 2">
            <a:extLst>
              <a:ext uri="{FF2B5EF4-FFF2-40B4-BE49-F238E27FC236}">
                <a16:creationId xmlns:a16="http://schemas.microsoft.com/office/drawing/2014/main" id="{0B2D7AFC-DD3F-4CC1-BA48-8104FD924533}"/>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900">
                <a:solidFill>
                  <a:schemeClr val="tx1"/>
                </a:solidFill>
                <a:latin typeface="Times New Roman" panose="02020603050405020304" pitchFamily="18" charset="0"/>
              </a:defRPr>
            </a:lvl1pPr>
            <a:lvl2pPr marL="742950" indent="-285750">
              <a:defRPr sz="900">
                <a:solidFill>
                  <a:schemeClr val="tx1"/>
                </a:solidFill>
                <a:latin typeface="Times New Roman" panose="02020603050405020304" pitchFamily="18" charset="0"/>
              </a:defRPr>
            </a:lvl2pPr>
            <a:lvl3pPr marL="1143000" indent="-228600">
              <a:defRPr sz="900">
                <a:solidFill>
                  <a:schemeClr val="tx1"/>
                </a:solidFill>
                <a:latin typeface="Times New Roman" panose="02020603050405020304" pitchFamily="18" charset="0"/>
              </a:defRPr>
            </a:lvl3pPr>
            <a:lvl4pPr marL="1600200" indent="-228600">
              <a:defRPr sz="900">
                <a:solidFill>
                  <a:schemeClr val="tx1"/>
                </a:solidFill>
                <a:latin typeface="Times New Roman" panose="02020603050405020304" pitchFamily="18" charset="0"/>
              </a:defRPr>
            </a:lvl4pPr>
            <a:lvl5pPr marL="2057400" indent="-228600">
              <a:defRPr sz="900">
                <a:solidFill>
                  <a:schemeClr val="tx1"/>
                </a:solidFill>
                <a:latin typeface="Times New Roman" panose="02020603050405020304" pitchFamily="18" charset="0"/>
              </a:defRPr>
            </a:lvl5pPr>
            <a:lvl6pPr marL="2514600" indent="-228600" algn="ctr" eaLnBrk="0" fontAlgn="base" hangingPunct="0">
              <a:spcBef>
                <a:spcPct val="50000"/>
              </a:spcBef>
              <a:spcAft>
                <a:spcPct val="0"/>
              </a:spcAft>
              <a:defRPr sz="900">
                <a:solidFill>
                  <a:schemeClr val="tx1"/>
                </a:solidFill>
                <a:latin typeface="Times New Roman" panose="02020603050405020304" pitchFamily="18" charset="0"/>
              </a:defRPr>
            </a:lvl6pPr>
            <a:lvl7pPr marL="2971800" indent="-228600" algn="ctr" eaLnBrk="0" fontAlgn="base" hangingPunct="0">
              <a:spcBef>
                <a:spcPct val="50000"/>
              </a:spcBef>
              <a:spcAft>
                <a:spcPct val="0"/>
              </a:spcAft>
              <a:defRPr sz="900">
                <a:solidFill>
                  <a:schemeClr val="tx1"/>
                </a:solidFill>
                <a:latin typeface="Times New Roman" panose="02020603050405020304" pitchFamily="18" charset="0"/>
              </a:defRPr>
            </a:lvl7pPr>
            <a:lvl8pPr marL="3429000" indent="-228600" algn="ctr" eaLnBrk="0" fontAlgn="base" hangingPunct="0">
              <a:spcBef>
                <a:spcPct val="50000"/>
              </a:spcBef>
              <a:spcAft>
                <a:spcPct val="0"/>
              </a:spcAft>
              <a:defRPr sz="900">
                <a:solidFill>
                  <a:schemeClr val="tx1"/>
                </a:solidFill>
                <a:latin typeface="Times New Roman" panose="02020603050405020304" pitchFamily="18" charset="0"/>
              </a:defRPr>
            </a:lvl8pPr>
            <a:lvl9pPr marL="3886200" indent="-228600" algn="ctr" eaLnBrk="0" fontAlgn="base" hangingPunct="0">
              <a:spcBef>
                <a:spcPct val="50000"/>
              </a:spcBef>
              <a:spcAft>
                <a:spcPct val="0"/>
              </a:spcAft>
              <a:defRPr sz="900">
                <a:solidFill>
                  <a:schemeClr val="tx1"/>
                </a:solidFill>
                <a:latin typeface="Times New Roman" panose="02020603050405020304" pitchFamily="18" charset="0"/>
              </a:defRPr>
            </a:lvl9pPr>
          </a:lstStyle>
          <a:p>
            <a:fld id="{451A2EE5-18BD-4173-B25B-A49E2D46BEC1}" type="datetime1">
              <a:rPr lang="en-US" altLang="en-US" sz="1400"/>
              <a:pPr/>
              <a:t>9/14/2020</a:t>
            </a:fld>
            <a:endParaRPr lang="en-US" altLang="en-US" sz="1400"/>
          </a:p>
        </p:txBody>
      </p:sp>
      <p:sp>
        <p:nvSpPr>
          <p:cNvPr id="10244" name="Slide Number Placeholder 3">
            <a:extLst>
              <a:ext uri="{FF2B5EF4-FFF2-40B4-BE49-F238E27FC236}">
                <a16:creationId xmlns:a16="http://schemas.microsoft.com/office/drawing/2014/main" id="{54BE257C-E4AA-465C-BA5C-ACACF8D6800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900">
                <a:solidFill>
                  <a:schemeClr val="tx1"/>
                </a:solidFill>
                <a:latin typeface="Times New Roman" panose="02020603050405020304" pitchFamily="18" charset="0"/>
              </a:defRPr>
            </a:lvl1pPr>
            <a:lvl2pPr marL="742950" indent="-285750">
              <a:defRPr sz="900">
                <a:solidFill>
                  <a:schemeClr val="tx1"/>
                </a:solidFill>
                <a:latin typeface="Times New Roman" panose="02020603050405020304" pitchFamily="18" charset="0"/>
              </a:defRPr>
            </a:lvl2pPr>
            <a:lvl3pPr marL="1143000" indent="-228600">
              <a:defRPr sz="900">
                <a:solidFill>
                  <a:schemeClr val="tx1"/>
                </a:solidFill>
                <a:latin typeface="Times New Roman" panose="02020603050405020304" pitchFamily="18" charset="0"/>
              </a:defRPr>
            </a:lvl3pPr>
            <a:lvl4pPr marL="1600200" indent="-228600">
              <a:defRPr sz="900">
                <a:solidFill>
                  <a:schemeClr val="tx1"/>
                </a:solidFill>
                <a:latin typeface="Times New Roman" panose="02020603050405020304" pitchFamily="18" charset="0"/>
              </a:defRPr>
            </a:lvl4pPr>
            <a:lvl5pPr marL="2057400" indent="-228600">
              <a:defRPr sz="900">
                <a:solidFill>
                  <a:schemeClr val="tx1"/>
                </a:solidFill>
                <a:latin typeface="Times New Roman" panose="02020603050405020304" pitchFamily="18" charset="0"/>
              </a:defRPr>
            </a:lvl5pPr>
            <a:lvl6pPr marL="2514600" indent="-228600" algn="ctr" eaLnBrk="0" fontAlgn="base" hangingPunct="0">
              <a:spcBef>
                <a:spcPct val="50000"/>
              </a:spcBef>
              <a:spcAft>
                <a:spcPct val="0"/>
              </a:spcAft>
              <a:defRPr sz="900">
                <a:solidFill>
                  <a:schemeClr val="tx1"/>
                </a:solidFill>
                <a:latin typeface="Times New Roman" panose="02020603050405020304" pitchFamily="18" charset="0"/>
              </a:defRPr>
            </a:lvl6pPr>
            <a:lvl7pPr marL="2971800" indent="-228600" algn="ctr" eaLnBrk="0" fontAlgn="base" hangingPunct="0">
              <a:spcBef>
                <a:spcPct val="50000"/>
              </a:spcBef>
              <a:spcAft>
                <a:spcPct val="0"/>
              </a:spcAft>
              <a:defRPr sz="900">
                <a:solidFill>
                  <a:schemeClr val="tx1"/>
                </a:solidFill>
                <a:latin typeface="Times New Roman" panose="02020603050405020304" pitchFamily="18" charset="0"/>
              </a:defRPr>
            </a:lvl7pPr>
            <a:lvl8pPr marL="3429000" indent="-228600" algn="ctr" eaLnBrk="0" fontAlgn="base" hangingPunct="0">
              <a:spcBef>
                <a:spcPct val="50000"/>
              </a:spcBef>
              <a:spcAft>
                <a:spcPct val="0"/>
              </a:spcAft>
              <a:defRPr sz="900">
                <a:solidFill>
                  <a:schemeClr val="tx1"/>
                </a:solidFill>
                <a:latin typeface="Times New Roman" panose="02020603050405020304" pitchFamily="18" charset="0"/>
              </a:defRPr>
            </a:lvl8pPr>
            <a:lvl9pPr marL="3886200" indent="-228600" algn="ctr" eaLnBrk="0" fontAlgn="base" hangingPunct="0">
              <a:spcBef>
                <a:spcPct val="50000"/>
              </a:spcBef>
              <a:spcAft>
                <a:spcPct val="0"/>
              </a:spcAft>
              <a:defRPr sz="900">
                <a:solidFill>
                  <a:schemeClr val="tx1"/>
                </a:solidFill>
                <a:latin typeface="Times New Roman" panose="02020603050405020304" pitchFamily="18" charset="0"/>
              </a:defRPr>
            </a:lvl9pPr>
          </a:lstStyle>
          <a:p>
            <a:fld id="{B3C4E1AE-B56B-49F1-A5F1-A875D20CE78F}" type="slidenum">
              <a:rPr lang="en-US" altLang="en-US" sz="1400"/>
              <a:pPr/>
              <a:t>8</a:t>
            </a:fld>
            <a:endParaRPr lang="en-US" altLang="en-US" sz="1400"/>
          </a:p>
        </p:txBody>
      </p:sp>
      <p:sp>
        <p:nvSpPr>
          <p:cNvPr id="5" name="TextBox 4">
            <a:extLst>
              <a:ext uri="{FF2B5EF4-FFF2-40B4-BE49-F238E27FC236}">
                <a16:creationId xmlns:a16="http://schemas.microsoft.com/office/drawing/2014/main" id="{7C940783-F5F0-4197-946E-D7277EF19CA1}"/>
              </a:ext>
            </a:extLst>
          </p:cNvPr>
          <p:cNvSpPr txBox="1"/>
          <p:nvPr/>
        </p:nvSpPr>
        <p:spPr>
          <a:xfrm>
            <a:off x="1738314" y="960438"/>
            <a:ext cx="8715375" cy="4124206"/>
          </a:xfrm>
          <a:prstGeom prst="rect">
            <a:avLst/>
          </a:prstGeom>
          <a:noFill/>
        </p:spPr>
        <p:txBody>
          <a:bodyPr>
            <a:spAutoFit/>
          </a:bodyPr>
          <a:lstStyle/>
          <a:p>
            <a:pPr algn="just">
              <a:defRPr/>
            </a:pPr>
            <a:r>
              <a:rPr lang="en-US" sz="2000" b="1" dirty="0">
                <a:latin typeface="Times New Roman" charset="0"/>
              </a:rPr>
              <a:t>(6)Input / Output</a:t>
            </a:r>
            <a:endParaRPr lang="en-IN" sz="2000" dirty="0">
              <a:latin typeface="Times New Roman" charset="0"/>
            </a:endParaRPr>
          </a:p>
          <a:p>
            <a:pPr algn="just">
              <a:defRPr/>
            </a:pPr>
            <a:r>
              <a:rPr lang="en-US" sz="2000" dirty="0">
                <a:latin typeface="Times New Roman" charset="0"/>
              </a:rPr>
              <a:t>Through mouse, keybo</a:t>
            </a:r>
            <a:r>
              <a:rPr lang="en-US" sz="2000" b="1" dirty="0">
                <a:latin typeface="Times New Roman" charset="0"/>
              </a:rPr>
              <a:t>ard and </a:t>
            </a:r>
            <a:r>
              <a:rPr lang="en-US" sz="2000" dirty="0">
                <a:latin typeface="Times New Roman" charset="0"/>
              </a:rPr>
              <a:t>many other devices the user communicate with the system  such as disk, tape, through which the information is supplied to (input) and obtained from (output) the computer. The operating system ensures smooth functioning of all these peripherals.</a:t>
            </a:r>
            <a:endParaRPr lang="en-IN" sz="2000" dirty="0">
              <a:latin typeface="Times New Roman" charset="0"/>
            </a:endParaRPr>
          </a:p>
          <a:p>
            <a:pPr algn="just">
              <a:defRPr/>
            </a:pPr>
            <a:r>
              <a:rPr lang="en-US" sz="2000" b="1" dirty="0">
                <a:latin typeface="Times New Roman" charset="0"/>
              </a:rPr>
              <a:t>(7) Information Management and accounting</a:t>
            </a:r>
            <a:endParaRPr lang="en-IN" sz="2000" dirty="0">
              <a:latin typeface="Times New Roman" charset="0"/>
            </a:endParaRPr>
          </a:p>
          <a:p>
            <a:pPr algn="just">
              <a:defRPr/>
            </a:pPr>
            <a:r>
              <a:rPr lang="en-US" sz="2000" dirty="0">
                <a:latin typeface="Times New Roman" charset="0"/>
              </a:rPr>
              <a:t>Every user of computer system wants to manipulate some kind of information. The operating system provides ways to store and manipulate this information. The operating system facilitates the collection of various statistics that help in improving performance.</a:t>
            </a:r>
            <a:endParaRPr lang="en-IN" sz="2000" dirty="0">
              <a:latin typeface="Times New Roman" charset="0"/>
            </a:endParaRPr>
          </a:p>
          <a:p>
            <a:pPr algn="just">
              <a:defRPr/>
            </a:pPr>
            <a:endParaRPr lang="en-IN" sz="2000" dirty="0">
              <a:latin typeface="Times New Roman" charset="0"/>
            </a:endParaRPr>
          </a:p>
          <a:p>
            <a:pPr marL="457200" indent="-457200">
              <a:buFont typeface="+mj-lt"/>
              <a:buAutoNum type="arabicPeriod"/>
              <a:defRPr/>
            </a:pPr>
            <a:endParaRPr lang="en-IN" sz="2400" dirty="0">
              <a:latin typeface="Times New Roman" charset="0"/>
            </a:endParaRPr>
          </a:p>
          <a:p>
            <a:pPr>
              <a:defRPr/>
            </a:pPr>
            <a:endParaRPr lang="en-IN" dirty="0">
              <a:latin typeface="Times New Roman" charset="0"/>
            </a:endParaRPr>
          </a:p>
        </p:txBody>
      </p:sp>
      <p:pic>
        <p:nvPicPr>
          <p:cNvPr id="10246" name="Picture 4" descr="C:\Users\Chinmaya\Desktop\Bachhe_collection\download.jpg">
            <a:extLst>
              <a:ext uri="{FF2B5EF4-FFF2-40B4-BE49-F238E27FC236}">
                <a16:creationId xmlns:a16="http://schemas.microsoft.com/office/drawing/2014/main" id="{44746ECD-9D6F-4BB9-9C6E-938C5512642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39314" y="0"/>
            <a:ext cx="928687" cy="1073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27</TotalTime>
  <Words>710</Words>
  <Application>Microsoft Office PowerPoint</Application>
  <PresentationFormat>Widescreen</PresentationFormat>
  <Paragraphs>80</Paragraphs>
  <Slides>8</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Arial</vt:lpstr>
      <vt:lpstr>Arial Black</vt:lpstr>
      <vt:lpstr>Calibri</vt:lpstr>
      <vt:lpstr>Calibri Light</vt:lpstr>
      <vt:lpstr>Times New Roman</vt:lpstr>
      <vt:lpstr>Office Theme</vt:lpstr>
      <vt:lpstr>Operating System </vt:lpstr>
      <vt:lpstr>Operating System</vt:lpstr>
      <vt:lpstr>What is an Operating System?</vt:lpstr>
      <vt:lpstr>Computer System Structure</vt:lpstr>
      <vt:lpstr>Abstract View of System</vt:lpstr>
      <vt:lpstr>Functions of Operating system</vt:lpstr>
      <vt:lpstr>Functions of Operating system Contd...</vt:lpstr>
      <vt:lpstr>Functions of Operating system Contd...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Real Time Operating System </dc:title>
  <dc:creator>sohan pande</dc:creator>
  <cp:lastModifiedBy>Dr.Satyabrata Das</cp:lastModifiedBy>
  <cp:revision>8</cp:revision>
  <dcterms:created xsi:type="dcterms:W3CDTF">2020-07-28T11:27:11Z</dcterms:created>
  <dcterms:modified xsi:type="dcterms:W3CDTF">2020-09-14T09:15:40Z</dcterms:modified>
</cp:coreProperties>
</file>